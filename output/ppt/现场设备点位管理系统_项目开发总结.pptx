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8e85411e8c4437" /><Relationship Type="http://schemas.openxmlformats.org/officeDocument/2006/relationships/extended-properties" Target="/docProps/app.xml" Id="Rd43d829d138c4f79" /><Relationship Type="http://schemas.openxmlformats.org/officeDocument/2006/relationships/officeDocument" Target="/ppt/presentation.xml" Id="Rcb215a6dcb39447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979116c6444277"/>
  </p:sldMasterIdLst>
  <p:notesMasterIdLst>
    <p:notesMasterId xmlns:r="http://schemas.openxmlformats.org/officeDocument/2006/relationships" r:id="R377548afd87e4925"/>
  </p:notesMasterIdLst>
  <p:sldIdLst>
    <p:sldId xmlns:r="http://schemas.openxmlformats.org/officeDocument/2006/relationships" id="256" r:id="Ra54199503e364ffc"/>
    <p:sldId xmlns:r="http://schemas.openxmlformats.org/officeDocument/2006/relationships" id="257" r:id="R1ba1c52118fa4c7a"/>
    <p:sldId xmlns:r="http://schemas.openxmlformats.org/officeDocument/2006/relationships" id="258" r:id="R001dec072d834931"/>
    <p:sldId xmlns:r="http://schemas.openxmlformats.org/officeDocument/2006/relationships" id="259" r:id="R67586a44561f4b3a"/>
    <p:sldId xmlns:r="http://schemas.openxmlformats.org/officeDocument/2006/relationships" id="260" r:id="R35e29a2f647a41ff"/>
    <p:sldId xmlns:r="http://schemas.openxmlformats.org/officeDocument/2006/relationships" id="261" r:id="Rcc246e05427d46ab"/>
    <p:sldId xmlns:r="http://schemas.openxmlformats.org/officeDocument/2006/relationships" id="262" r:id="Reb4a6541a78c4f91"/>
    <p:sldId xmlns:r="http://schemas.openxmlformats.org/officeDocument/2006/relationships" id="263" r:id="R2d135619bb984bf1"/>
    <p:sldId xmlns:r="http://schemas.openxmlformats.org/officeDocument/2006/relationships" id="264" r:id="R754e43a14d294ef1"/>
    <p:sldId xmlns:r="http://schemas.openxmlformats.org/officeDocument/2006/relationships" id="265" r:id="Rd5e23457eaed4e27"/>
    <p:sldId xmlns:r="http://schemas.openxmlformats.org/officeDocument/2006/relationships" id="266" r:id="R99b3ef1f3eff4b35"/>
  </p:sldIdLst>
  <p:sldSz cx="1218882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76ab16cf1b4e26" /><Relationship Type="http://schemas.openxmlformats.org/officeDocument/2006/relationships/slideMaster" Target="/ppt/slideMasters/slideMaster1.xml" Id="Rb6979116c6444277" /><Relationship Type="http://schemas.openxmlformats.org/officeDocument/2006/relationships/notesMaster" Target="/ppt/notesMasters/notesMaster1.xml" Id="R377548afd87e4925" /><Relationship Type="http://schemas.openxmlformats.org/officeDocument/2006/relationships/presProps" Target="/ppt/presProps.xml" Id="R646bad246ec44293" /><Relationship Type="http://schemas.openxmlformats.org/officeDocument/2006/relationships/tableStyles" Target="/ppt/tableStyles.xml" Id="Re7ef859808844d75" /><Relationship Type="http://schemas.openxmlformats.org/officeDocument/2006/relationships/slide" Target="/ppt/slides/slide1.xml" Id="Ra54199503e364ffc" /><Relationship Type="http://schemas.openxmlformats.org/officeDocument/2006/relationships/slide" Target="/ppt/slides/slide2.xml" Id="R1ba1c52118fa4c7a" /><Relationship Type="http://schemas.openxmlformats.org/officeDocument/2006/relationships/slide" Target="/ppt/slides/slide3.xml" Id="R001dec072d834931" /><Relationship Type="http://schemas.openxmlformats.org/officeDocument/2006/relationships/slide" Target="/ppt/slides/slide4.xml" Id="R67586a44561f4b3a" /><Relationship Type="http://schemas.openxmlformats.org/officeDocument/2006/relationships/slide" Target="/ppt/slides/slide5.xml" Id="R35e29a2f647a41ff" /><Relationship Type="http://schemas.openxmlformats.org/officeDocument/2006/relationships/slide" Target="/ppt/slides/slide6.xml" Id="Rcc246e05427d46ab" /><Relationship Type="http://schemas.openxmlformats.org/officeDocument/2006/relationships/slide" Target="/ppt/slides/slide7.xml" Id="Reb4a6541a78c4f91" /><Relationship Type="http://schemas.openxmlformats.org/officeDocument/2006/relationships/slide" Target="/ppt/slides/slide8.xml" Id="R2d135619bb984bf1" /><Relationship Type="http://schemas.openxmlformats.org/officeDocument/2006/relationships/slide" Target="/ppt/slides/slide9.xml" Id="R754e43a14d294ef1" /><Relationship Type="http://schemas.openxmlformats.org/officeDocument/2006/relationships/slide" Target="/ppt/slides/slide10.xml" Id="Rd5e23457eaed4e27" /><Relationship Type="http://schemas.openxmlformats.org/officeDocument/2006/relationships/slide" Target="/ppt/slides/slide11.xml" Id="R99b3ef1f3eff4b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21f1aab2e9d43f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5731b35c5c4cc5" /><Relationship Type="http://schemas.openxmlformats.org/officeDocument/2006/relationships/notesMaster" Target="/ppt/notesMasters/notesMaster1.xml" Id="Rc16db2dae227451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4f25f117d74492c" /><Relationship Type="http://schemas.openxmlformats.org/officeDocument/2006/relationships/notesMaster" Target="/ppt/notesMasters/notesMaster1.xml" Id="R1c817f63a58b485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f0efff8400149f0" /><Relationship Type="http://schemas.openxmlformats.org/officeDocument/2006/relationships/notesMaster" Target="/ppt/notesMasters/notesMaster1.xml" Id="Rfc727d0506694bd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e2571c7bbc14b44" /><Relationship Type="http://schemas.openxmlformats.org/officeDocument/2006/relationships/notesMaster" Target="/ppt/notesMasters/notesMaster1.xml" Id="R877a0e0c07b14c5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2c3a0dbd2c04e9c" /><Relationship Type="http://schemas.openxmlformats.org/officeDocument/2006/relationships/notesMaster" Target="/ppt/notesMasters/notesMaster1.xml" Id="R60a6588780ae42e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bb1377646214d9b" /><Relationship Type="http://schemas.openxmlformats.org/officeDocument/2006/relationships/notesMaster" Target="/ppt/notesMasters/notesMaster1.xml" Id="R84d39728a646441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7210376f92042b4" /><Relationship Type="http://schemas.openxmlformats.org/officeDocument/2006/relationships/notesMaster" Target="/ppt/notesMasters/notesMaster1.xml" Id="R4f1baedc1ae847f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c67b949b42a4179" /><Relationship Type="http://schemas.openxmlformats.org/officeDocument/2006/relationships/notesMaster" Target="/ppt/notesMasters/notesMaster1.xml" Id="Rb1301ed0d63b491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b18fd3d41fa4e52" /><Relationship Type="http://schemas.openxmlformats.org/officeDocument/2006/relationships/notesMaster" Target="/ppt/notesMasters/notesMaster1.xml" Id="Rcdf459b8185c457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192756bb46c4aa1" /><Relationship Type="http://schemas.openxmlformats.org/officeDocument/2006/relationships/notesMaster" Target="/ppt/notesMasters/notesMaster1.xml" Id="Rd3c9e0e312534b9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dd3542bcaa645ae" /><Relationship Type="http://schemas.openxmlformats.org/officeDocument/2006/relationships/notesMaster" Target="/ppt/notesMasters/notesMaster1.xml" Id="R66cad2472f464d8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建议按 25–30 分钟工程分享组织。面向自动化、调试及技术支持人员。封面照片来自用户提供的参考模板，仅作为模板视觉元素，不标称本项目现场照片。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资料与图片来源：</a:t>
            </a:r>
          </a:p>
          <a:p xmlns:a="http://schemas.openxmlformats.org/drawingml/2006/main">
            <a:r>
              <a:t>参考视觉：C:/work/work/FY25/上海慧翃工程改造介绍.pptx。封面照片沿用模板，仅作视觉元素。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项目资料包括 AB Logix5000 程序、CAD 布置、网络图、设备清单和上下位机交互说明。这里描述的是业务流程；不代表所有 WCS 站点交互与现场全流程均已验收。空垛缓存属于出库 PLC，跨 PLC 补盘联锁仍需后续完成。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依据：本项目工程文件、已确认业务约定与测试记录。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安卓当前归档版本为 1.1.9-test。Pro-face 通过 Parts List CSV 填写地址，未直接修改 PRX 二进制；用户确认过此前批次成功导入，不能据此认定所有新批次已导入。P1029 仅有静态检查记录，尚不宣称 Studio 5000 导入编译或现场调试完成。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资料与图片来源：</a:t>
            </a:r>
          </a:p>
          <a:p xmlns:a="http://schemas.openxmlformats.org/drawingml/2006/main">
            <a:r>
              <a:t>项目成果依据：项目总结培训/草图/内容依据与范围.md。安卓最新测试归档为 1.1.9-test。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这页是实际发生的工作顺序，不是计划日期。用户在每一步确认了关键约定：编号输入由 PLC 判断、1P 与 3P 共用 PLC、方向按住运行、解锁暂不实现、特殊升降 / 拆盘设备首版只读状态。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依据：本项目工程文件、已确认业务约定与测试记录。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第二组龙门 P1015 / P1016 同理，数据归属 SCADA_P[1,15]，WCS 使用 P1016。不要因为移栽机区没有数据就判断托盘丢失。1P / 3P 是同一入库 PLC 的两套 HMI 操作通道，并非两台 PLC。沿用原程序 Manaul 等标签拼写。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依据：本项目工程文件、已确认业务约定与测试记录。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界面使用 WebView，PLC 通信由 Kotlin 原生层完成，不依赖在 PLC 上提供网页服务器。出库两台 PLC 的连接入口已预留，功能尚未接入。主页还提供索能达中国官网链接，已安装 Firefox 并完成真机跳转验证。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资料与图片来源：</a:t>
            </a:r>
          </a:p>
          <a:p xmlns:a="http://schemas.openxmlformats.org/drawingml/2006/main">
            <a:r>
              <a:t>截图：mobile-control-app/APK归档/平板真机_1.1.7_主页.png。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这页展示安卓端颜色定义。布局已按确认修正 P1040 / P1050、P1128、Z5118、Z5112；Z5009 / Z5075 归 3P。P3248–P3251 属出库 PLC 的 SCADA_P[3,...]，入库通信轮询暂跳过。红色是模拟 PLC 反馈，不能据此推断现场设备故障率。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资料与图片来源：</a:t>
            </a:r>
          </a:p>
          <a:p xmlns:a="http://schemas.openxmlformats.org/drawingml/2006/main">
            <a:r>
              <a:t>截图：mobile-control-app/APK归档/平板真机_1.1.8_异常口数据.png。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上升 / 下降到位关联 HMI_Status_Display_1P.HMI_Stus_UpDn_At_Up / At_Dn，3P 使用对应结构。APP 写入、清除同样按 1 松 0，不增加独立三秒计时；原 PLC 的条件与计时负责处理。页面的暂停刷新不等于设备停止。软件点动释放及通信恢复不替代 PLC 端安全联锁或失联处理。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资料与图片来源：</a:t>
            </a:r>
          </a:p>
          <a:p xmlns:a="http://schemas.openxmlformats.org/drawingml/2006/main">
            <a:r>
              <a:t>截图：mobile-control-app/APK归档/平板真机_1.1.2_边框修正版.png。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1P 的 P1124 / P1103 也已增加盘号与实时重量。真机 1.1.9 已读到本页指定新标签，当时重量均为 0.0KG、盘号为空；本页选择模拟预览，是为了展示非零数值的显示位置与格式。字符串读取 LEN 与 DATA[0..5]，只轮询当前布局需要的数据，不产生控制写入。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资料与图片来源：</a:t>
            </a:r>
          </a:p>
          <a:p xmlns:a="http://schemas.openxmlformats.org/drawingml/2006/main">
            <a:r>
              <a:t>截图：mobile-control-app/APK归档/3P_1号龙门实时数据_预览.png、3P_2号龙门异常口实时数据_预览.png。两图为界面模拟。</a:t>
            </a:r>
          </a:p>
          <a:p xmlns:a="http://schemas.openxmlformats.org/drawingml/2006/main">
            <a:r>
              <a:t>标签与真机验证：mobile-control-app/communication-tests/1.1.9龙门异常口实时数据说明.md。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PRX 二进制未直接修改。此前 CSV 已有用户确认成功导入，但新批次仍需软件内核对。保留部件结构有助于避免导入不兼容。3P 的写入 / 清除按钮原类型需改为 Momentary，刷新按钮改 Invert；Text Table 标签存在导入限制。STR20 要按驱动 Custom String 配置。不要把“文件已生成”等同于“运行效果已验证”。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资料与图片来源：</a:t>
            </a:r>
          </a:p>
          <a:p xmlns:a="http://schemas.openxmlformats.org/drawingml/2006/main">
            <a:r>
              <a:t>依据：移动触摸屏设计/Proface_3P标签关联/3P六页标签关联_20261020/导入与配置说明.md。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培训重点：用验证范围描述成果，不以一张截图或一次读取成功概括全部系统。界面模拟中的非零值只是排版与逻辑用例；模拟 PLC 上控制位变化不等于现场机械动作已验收。当前未统计节省工时、效率提升或投资回报。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资料与图片来源：</a:t>
            </a:r>
          </a:p>
          <a:p xmlns:a="http://schemas.openxmlformats.org/drawingml/2006/main">
            <a:r>
              <a:t>各层验证范围汇总：项目总结培训/草图/内容依据与范围.md。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9244f6368c49d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defe4f8d5c41e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77ecba51044b5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ad57301fc6416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a53b6dfbb9428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5af5dfb0c84a0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445C9C3-EF04-440E-854F-B25FBA9858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8883" y="2590800"/>
            <a:ext cx="975106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7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730F0CC-70D6-4F14-B3BC-31576BF7B08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324" y="3771900"/>
            <a:ext cx="8532178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09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9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9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9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9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9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9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9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9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9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B30A2F2-4E96-4F9A-9BB2-786167400F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8883" y="2857500"/>
            <a:ext cx="975106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1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67DF96A-0795-4B15-8A35-48163FB89B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621" y="533400"/>
            <a:ext cx="10817582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2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B52254E-3147-476D-9F4C-2DD44869030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621" y="1905000"/>
            <a:ext cx="10817582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4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540" indent="-22854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4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261" indent="-22854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4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7982" indent="-22854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4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2702" indent="-22854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4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423" indent="-22854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4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144" indent="-22854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4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6864" indent="-22854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4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1585" indent="-22854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4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6305" indent="-22854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4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4F5B368-8A68-419B-BD75-D42B3F114E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621" y="533400"/>
            <a:ext cx="10817582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2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29F327F-08A6-4568-B2CC-F53FE000FE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621" y="1905000"/>
            <a:ext cx="502789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9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540" indent="-22854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09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261" indent="-22854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09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7982" indent="-22854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09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2702" indent="-22854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09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423" indent="-22854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09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144" indent="-22854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09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6864" indent="-22854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09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1585" indent="-22854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09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6305" indent="-22854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09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B727902-4D9E-40C1-8DAF-89C9C5B72AA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5313" y="1905000"/>
            <a:ext cx="502789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9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540" indent="-22854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09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261" indent="-22854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09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7982" indent="-22854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09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2702" indent="-22854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09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423" indent="-22854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09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144" indent="-22854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09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6864" indent="-22854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09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1585" indent="-22854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09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6305" indent="-22854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09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D1F0362-CA74-493C-B1FA-50A751CD9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621" y="533400"/>
            <a:ext cx="10817582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2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29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B069C88-53DF-4E3F-9011-C908E12AEEC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621" y="1905000"/>
            <a:ext cx="502789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4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540" indent="-22854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4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261" indent="-22854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4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7982" indent="-22854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4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2702" indent="-22854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4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423" indent="-22854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4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144" indent="-22854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4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6864" indent="-22854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4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1585" indent="-22854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4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6305" indent="-22854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4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d3d244ba3c4725" /><Relationship Type="http://schemas.openxmlformats.org/officeDocument/2006/relationships/slideLayout" Target="/ppt/slideLayouts/slideLayout1.xml" Id="R5e80ae8ba57b4736" /><Relationship Type="http://schemas.openxmlformats.org/officeDocument/2006/relationships/slideLayout" Target="/ppt/slideLayouts/slideLayout2.xml" Id="R5afb7ba35c014c2e" /><Relationship Type="http://schemas.openxmlformats.org/officeDocument/2006/relationships/slideLayout" Target="/ppt/slideLayouts/slideLayout3.xml" Id="R7fd4a4a0c32f4b27" /><Relationship Type="http://schemas.openxmlformats.org/officeDocument/2006/relationships/slideLayout" Target="/ppt/slideLayouts/slideLayout4.xml" Id="R382bca8dd4bc455a" /><Relationship Type="http://schemas.openxmlformats.org/officeDocument/2006/relationships/slideLayout" Target="/ppt/slideLayouts/slideLayout5.xml" Id="R73fa3b17399c4568" /><Relationship Type="http://schemas.openxmlformats.org/officeDocument/2006/relationships/slideLayout" Target="/ppt/slideLayouts/slideLayout6.xml" Id="Rf1eed4e757cc46f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80ae8ba57b4736"/>
    <p:sldLayoutId xmlns:r="http://schemas.openxmlformats.org/officeDocument/2006/relationships" id="2147483650" r:id="R5afb7ba35c014c2e"/>
    <p:sldLayoutId xmlns:r="http://schemas.openxmlformats.org/officeDocument/2006/relationships" id="2147483651" r:id="R7fd4a4a0c32f4b27"/>
    <p:sldLayoutId xmlns:r="http://schemas.openxmlformats.org/officeDocument/2006/relationships" id="2147483652" r:id="R382bca8dd4bc455a"/>
    <p:sldLayoutId xmlns:r="http://schemas.openxmlformats.org/officeDocument/2006/relationships" id="2147483653" r:id="R73fa3b17399c4568"/>
    <p:sldLayoutId xmlns:r="http://schemas.openxmlformats.org/officeDocument/2006/relationships" id="2147483654" r:id="Rf1eed4e757cc46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0762eb44eb4c54" /><Relationship Type="http://schemas.openxmlformats.org/officeDocument/2006/relationships/image" Target="/ppt/media/image.jpeg" Id="Re28026f3bd0444db" /><Relationship Type="http://schemas.openxmlformats.org/officeDocument/2006/relationships/image" Target="/ppt/media/image2.jpeg" Id="R024cd9815772499c" /><Relationship Type="http://schemas.openxmlformats.org/officeDocument/2006/relationships/notesSlide" Target="/ppt/notesSlides/notesSlide1.xml" Id="R927e23b710fd4ad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ddd317ec7647a1" /><Relationship Type="http://schemas.openxmlformats.org/officeDocument/2006/relationships/image" Target="/ppt/media/image3.jpeg" Id="R59a4004c220f44d9" /><Relationship Type="http://schemas.openxmlformats.org/officeDocument/2006/relationships/image" Target="/ppt/media/image4.jpeg" Id="R62776c9e92314a08" /><Relationship Type="http://schemas.openxmlformats.org/officeDocument/2006/relationships/notesSlide" Target="/ppt/notesSlides/notesSlide2.xml" Id="R6d7e13ba0227419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a120159ffc4ee4" /><Relationship Type="http://schemas.openxmlformats.org/officeDocument/2006/relationships/image" Target="/ppt/media/image5.jpeg" Id="R202762eae03a457a" /><Relationship Type="http://schemas.openxmlformats.org/officeDocument/2006/relationships/image" Target="/ppt/media/image6.jpeg" Id="Ra1280c435b1a4f40" /><Relationship Type="http://schemas.openxmlformats.org/officeDocument/2006/relationships/notesSlide" Target="/ppt/notesSlides/notesSlide3.xml" Id="Re6afd53169284fd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645e00587f4524" /><Relationship Type="http://schemas.openxmlformats.org/officeDocument/2006/relationships/image" Target="/ppt/media/image7.jpeg" Id="R8b26d1e26e564591" /><Relationship Type="http://schemas.openxmlformats.org/officeDocument/2006/relationships/image" Target="/ppt/media/image8.jpeg" Id="Rb5dd4401b03b4800" /><Relationship Type="http://schemas.openxmlformats.org/officeDocument/2006/relationships/notesSlide" Target="/ppt/notesSlides/notesSlide4.xml" Id="Rfb0a8478cb5d4ec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192a1acec04d3c" /><Relationship Type="http://schemas.openxmlformats.org/officeDocument/2006/relationships/image" Target="/ppt/media/image9.jpeg" Id="R71646e305ca4428f" /><Relationship Type="http://schemas.openxmlformats.org/officeDocument/2006/relationships/image" Target="/ppt/media/image10.jpeg" Id="R7b3061bd0aef4992" /><Relationship Type="http://schemas.openxmlformats.org/officeDocument/2006/relationships/notesSlide" Target="/ppt/notesSlides/notesSlide5.xml" Id="Rdf8d2fa1643c4d9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b2fed641ac4916" /><Relationship Type="http://schemas.openxmlformats.org/officeDocument/2006/relationships/image" Target="/ppt/media/image11.jpeg" Id="Rb244cddcc8ca4ce9" /><Relationship Type="http://schemas.openxmlformats.org/officeDocument/2006/relationships/image" Target="/ppt/media/image.png" Id="Rc189b5c6c508494c" /><Relationship Type="http://schemas.openxmlformats.org/officeDocument/2006/relationships/image" Target="/ppt/media/image12.jpeg" Id="R7275fc683d104401" /><Relationship Type="http://schemas.openxmlformats.org/officeDocument/2006/relationships/notesSlide" Target="/ppt/notesSlides/notesSlide6.xml" Id="Raf6af9da5723482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c54830676d4add" /><Relationship Type="http://schemas.openxmlformats.org/officeDocument/2006/relationships/image" Target="/ppt/media/image13.jpeg" Id="R7f32031551f54dc8" /><Relationship Type="http://schemas.openxmlformats.org/officeDocument/2006/relationships/image" Target="/ppt/media/image2.png" Id="Rb0b259657c5d48df" /><Relationship Type="http://schemas.openxmlformats.org/officeDocument/2006/relationships/image" Target="/ppt/media/image14.jpeg" Id="Rb5b2ef01b74b43c8" /><Relationship Type="http://schemas.openxmlformats.org/officeDocument/2006/relationships/notesSlide" Target="/ppt/notesSlides/notesSlide7.xml" Id="R94f6b6c0a7c4476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d17ec93fc14d42" /><Relationship Type="http://schemas.openxmlformats.org/officeDocument/2006/relationships/image" Target="/ppt/media/image15.jpeg" Id="R70012a63f48c43d2" /><Relationship Type="http://schemas.openxmlformats.org/officeDocument/2006/relationships/image" Target="/ppt/media/image3.png" Id="Rbe851f6c65674441" /><Relationship Type="http://schemas.openxmlformats.org/officeDocument/2006/relationships/image" Target="/ppt/media/image16.jpeg" Id="R2943a7bdfd1a4c2a" /><Relationship Type="http://schemas.openxmlformats.org/officeDocument/2006/relationships/notesSlide" Target="/ppt/notesSlides/notesSlide8.xml" Id="R19dc6f863fe54b2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7c0e105b5e43c6" /><Relationship Type="http://schemas.openxmlformats.org/officeDocument/2006/relationships/image" Target="/ppt/media/image17.jpeg" Id="R7a98df6ec93140e9" /><Relationship Type="http://schemas.openxmlformats.org/officeDocument/2006/relationships/image" Target="/ppt/media/image4.png" Id="R97620c0e6a164fe2" /><Relationship Type="http://schemas.openxmlformats.org/officeDocument/2006/relationships/image" Target="/ppt/media/image5.png" Id="Ra3e2f285efd741b0" /><Relationship Type="http://schemas.openxmlformats.org/officeDocument/2006/relationships/image" Target="/ppt/media/image18.jpeg" Id="Rcc4c2f2558c34bf0" /><Relationship Type="http://schemas.openxmlformats.org/officeDocument/2006/relationships/notesSlide" Target="/ppt/notesSlides/notesSlide9.xml" Id="Rd1b4a5c3f94f4b2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0b275896ce46a4" /><Relationship Type="http://schemas.openxmlformats.org/officeDocument/2006/relationships/image" Target="/ppt/media/image19.jpeg" Id="Ra742c55b8d0e42b0" /><Relationship Type="http://schemas.openxmlformats.org/officeDocument/2006/relationships/image" Target="/ppt/media/image20.jpeg" Id="Rd6863c21247a4d00" /><Relationship Type="http://schemas.openxmlformats.org/officeDocument/2006/relationships/notesSlide" Target="/ppt/notesSlides/notesSlide10.xml" Id="Rb21038a1c511454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62d4845ae64c80" /><Relationship Type="http://schemas.openxmlformats.org/officeDocument/2006/relationships/image" Target="/ppt/media/image21.jpeg" Id="R834c40b2d0374325" /><Relationship Type="http://schemas.openxmlformats.org/officeDocument/2006/relationships/image" Target="/ppt/media/image22.jpeg" Id="R0054a84e1e3f4217" /><Relationship Type="http://schemas.openxmlformats.org/officeDocument/2006/relationships/notesSlide" Target="/ppt/notesSlides/notesSlide11.xml" Id="R0b09d4c32bd5458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936DB8-4AF7-436B-AC80-9BFFAD82A9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8026f3bd0444db"/>
          <a:stretch xmlns:a="http://schemas.openxmlformats.org/drawingml/2006/main"/>
        </p:blipFill>
        <p:spPr>
          <a:xfrm xmlns:a="http://schemas.openxmlformats.org/drawingml/2006/main">
            <a:off x="0" y="1238"/>
            <a:ext cx="12188825" cy="4188524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C8ADEF-662B-4A65-9493-3EE0F69C09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4cd9815772499c"/>
          <a:stretch xmlns:a="http://schemas.openxmlformats.org/drawingml/2006/main"/>
        </p:blipFill>
        <p:spPr>
          <a:xfrm xmlns:a="http://schemas.openxmlformats.org/drawingml/2006/main">
            <a:off x="10112916" y="5538564"/>
            <a:ext cx="1714054" cy="1090761"/>
          </a:xfrm>
          <a:prstGeom xmlns:a="http://schemas.openxmlformats.org/drawingml/2006/main" prst="rect">
            <a:avLst/>
          </a:prstGeom>
        </p:spPr>
      </p:pic>
      <p:sp>
        <p:nvSpPr>
          <p:cNvPr id="3" name="text-1-0">
            <a:extLst xmlns:a="http://schemas.openxmlformats.org/drawingml/2006/main">
              <a:ext uri="{FF2B5EF4-FFF2-40B4-BE49-F238E27FC236}">
                <a16:creationId xmlns:a16="http://schemas.microsoft.com/office/drawing/2014/main" id="{5C2A8BF1-8FDD-458E-A687-97BAFF2E7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61" y="4429125"/>
            <a:ext cx="3732679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300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300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300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300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300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300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300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300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300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rPr>
              <a:t>现场设备点位管理系统</a:t>
            </a:r>
          </a:p>
        </p:txBody>
      </p:sp>
      <p:sp>
        <p:nvSpPr>
          <p:cNvPr id="4" name="text-1-1">
            <a:extLst xmlns:a="http://schemas.openxmlformats.org/drawingml/2006/main">
              <a:ext uri="{FF2B5EF4-FFF2-40B4-BE49-F238E27FC236}">
                <a16:creationId xmlns:a16="http://schemas.microsoft.com/office/drawing/2014/main" id="{10DB3589-5F7A-459B-BA4A-6321B08F9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61" y="4943475"/>
            <a:ext cx="5455511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300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300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300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300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300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300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300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300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300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rPr>
              <a:t>项目开发总结</a:t>
            </a:r>
          </a:p>
        </p:txBody>
      </p:sp>
      <p:sp>
        <p:nvSpPr>
          <p:cNvPr id="5" name="text-1-2">
            <a:extLst xmlns:a="http://schemas.openxmlformats.org/drawingml/2006/main">
              <a:ext uri="{FF2B5EF4-FFF2-40B4-BE49-F238E27FC236}">
                <a16:creationId xmlns:a16="http://schemas.microsoft.com/office/drawing/2014/main" id="{F028EB0E-B2F9-4918-A533-9D272E586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61" y="5619750"/>
            <a:ext cx="4687907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开发过程 · 功能成果 · 业务痛点改善</a:t>
            </a:r>
          </a:p>
        </p:txBody>
      </p:sp>
      <p:sp>
        <p:nvSpPr>
          <p:cNvPr id="6" name="text-1-3">
            <a:extLst xmlns:a="http://schemas.openxmlformats.org/drawingml/2006/main">
              <a:ext uri="{FF2B5EF4-FFF2-40B4-BE49-F238E27FC236}">
                <a16:creationId xmlns:a16="http://schemas.microsoft.com/office/drawing/2014/main" id="{28BEA56D-544B-4E5C-97B1-3224D726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61" y="6257925"/>
            <a:ext cx="46672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575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575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575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575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575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575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575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575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575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rPr>
              <a:t>项目复盘　｜　2026.10.21</a:t>
            </a:r>
          </a:p>
        </p:txBody>
      </p:sp>
    </p:spTree>
    <p:extLst>
      <p:ext uri="{BB962C8B-B14F-4D97-AF65-F5344CB8AC3E}">
        <p14:creationId xmlns:p14="http://schemas.microsoft.com/office/powerpoint/2010/main" val="15617590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066D237-F566-4E45-B494-5A47F79E67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a4004c220f44d9"/>
          <a:stretch xmlns:a="http://schemas.openxmlformats.org/drawingml/2006/main"/>
        </p:blipFill>
        <p:spPr>
          <a:xfrm xmlns:a="http://schemas.openxmlformats.org/drawingml/2006/main">
            <a:off x="0" y="79"/>
            <a:ext cx="12188825" cy="609441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9F6070-9ABD-44FD-914C-4CAA98AF22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776c9e92314a08"/>
          <a:stretch xmlns:a="http://schemas.openxmlformats.org/drawingml/2006/main"/>
        </p:blipFill>
        <p:spPr>
          <a:xfrm xmlns:a="http://schemas.openxmlformats.org/drawingml/2006/main">
            <a:off x="573308" y="6276975"/>
            <a:ext cx="643618" cy="409575"/>
          </a:xfrm>
          <a:prstGeom xmlns:a="http://schemas.openxmlformats.org/drawingml/2006/main" prst="rect">
            <a:avLst/>
          </a:prstGeom>
        </p:spPr>
      </p:pic>
      <p:sp>
        <p:nvSpPr>
          <p:cNvPr id="3" name="structure-2-0">
            <a:extLst xmlns:a="http://schemas.openxmlformats.org/drawingml/2006/main">
              <a:ext uri="{FF2B5EF4-FFF2-40B4-BE49-F238E27FC236}">
                <a16:creationId xmlns:a16="http://schemas.microsoft.com/office/drawing/2014/main" id="{1705F721-52BF-45E7-A207-6A41047CC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61" y="1944886"/>
            <a:ext cx="1858677" cy="14906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ructure-2-1">
            <a:extLst xmlns:a="http://schemas.openxmlformats.org/drawingml/2006/main">
              <a:ext uri="{FF2B5EF4-FFF2-40B4-BE49-F238E27FC236}">
                <a16:creationId xmlns:a16="http://schemas.microsoft.com/office/drawing/2014/main" id="{D44A4DF4-EB7C-4770-AB13-2A787BF3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61" y="1944886"/>
            <a:ext cx="1858677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ructure-2-2">
            <a:extLst xmlns:a="http://schemas.openxmlformats.org/drawingml/2006/main">
              <a:ext uri="{FF2B5EF4-FFF2-40B4-BE49-F238E27FC236}">
                <a16:creationId xmlns:a16="http://schemas.microsoft.com/office/drawing/2014/main" id="{B434B90F-1E24-4073-B050-33BEE28CD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9019" y="1944886"/>
            <a:ext cx="1858826" cy="14906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ructure-2-3">
            <a:extLst xmlns:a="http://schemas.openxmlformats.org/drawingml/2006/main">
              <a:ext uri="{FF2B5EF4-FFF2-40B4-BE49-F238E27FC236}">
                <a16:creationId xmlns:a16="http://schemas.microsoft.com/office/drawing/2014/main" id="{90639BA0-B120-4772-8779-BC00C79F4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9019" y="1944886"/>
            <a:ext cx="185882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ructure-2-4">
            <a:extLst xmlns:a="http://schemas.openxmlformats.org/drawingml/2006/main">
              <a:ext uri="{FF2B5EF4-FFF2-40B4-BE49-F238E27FC236}">
                <a16:creationId xmlns:a16="http://schemas.microsoft.com/office/drawing/2014/main" id="{582E83DE-CE3F-413E-ABAD-191406946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4925" y="1944886"/>
            <a:ext cx="1858826" cy="14906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ructure-2-5">
            <a:extLst xmlns:a="http://schemas.openxmlformats.org/drawingml/2006/main">
              <a:ext uri="{FF2B5EF4-FFF2-40B4-BE49-F238E27FC236}">
                <a16:creationId xmlns:a16="http://schemas.microsoft.com/office/drawing/2014/main" id="{E4C0BB25-B450-44D6-AA07-7D338835F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4925" y="1944886"/>
            <a:ext cx="185882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ructure-2-6">
            <a:extLst xmlns:a="http://schemas.openxmlformats.org/drawingml/2006/main">
              <a:ext uri="{FF2B5EF4-FFF2-40B4-BE49-F238E27FC236}">
                <a16:creationId xmlns:a16="http://schemas.microsoft.com/office/drawing/2014/main" id="{1F5714B6-E6BD-48F0-9EC7-705AC65A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0832" y="1944886"/>
            <a:ext cx="1858826" cy="14906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tructure-2-7">
            <a:extLst xmlns:a="http://schemas.openxmlformats.org/drawingml/2006/main">
              <a:ext uri="{FF2B5EF4-FFF2-40B4-BE49-F238E27FC236}">
                <a16:creationId xmlns:a16="http://schemas.microsoft.com/office/drawing/2014/main" id="{F2752C35-4071-4F1D-9ACC-6073FDDCE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0832" y="1944886"/>
            <a:ext cx="185882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ructure-2-8">
            <a:extLst xmlns:a="http://schemas.openxmlformats.org/drawingml/2006/main">
              <a:ext uri="{FF2B5EF4-FFF2-40B4-BE49-F238E27FC236}">
                <a16:creationId xmlns:a16="http://schemas.microsoft.com/office/drawing/2014/main" id="{0B1E9E39-C88D-459D-9338-0881114CE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6738" y="1944886"/>
            <a:ext cx="1858826" cy="14906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ructure-2-9">
            <a:extLst xmlns:a="http://schemas.openxmlformats.org/drawingml/2006/main">
              <a:ext uri="{FF2B5EF4-FFF2-40B4-BE49-F238E27FC236}">
                <a16:creationId xmlns:a16="http://schemas.microsoft.com/office/drawing/2014/main" id="{B44BDB93-1B41-4D75-8520-AF41C655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6738" y="1944886"/>
            <a:ext cx="185882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ructure-2-10">
            <a:extLst xmlns:a="http://schemas.openxmlformats.org/drawingml/2006/main">
              <a:ext uri="{FF2B5EF4-FFF2-40B4-BE49-F238E27FC236}">
                <a16:creationId xmlns:a16="http://schemas.microsoft.com/office/drawing/2014/main" id="{AC702599-EF52-4A95-8C6C-1DDB2C27B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61" y="3626048"/>
            <a:ext cx="1112230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tructure-2-11">
            <a:extLst xmlns:a="http://schemas.openxmlformats.org/drawingml/2006/main">
              <a:ext uri="{FF2B5EF4-FFF2-40B4-BE49-F238E27FC236}">
                <a16:creationId xmlns:a16="http://schemas.microsoft.com/office/drawing/2014/main" id="{2294E7E1-8402-4B0B-9556-3C55190D3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61" y="6172200"/>
            <a:ext cx="11198483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2-0">
            <a:extLst xmlns:a="http://schemas.openxmlformats.org/drawingml/2006/main">
              <a:ext uri="{FF2B5EF4-FFF2-40B4-BE49-F238E27FC236}">
                <a16:creationId xmlns:a16="http://schemas.microsoft.com/office/drawing/2014/main" id="{3EE2E0A5-591D-4D00-8739-B579F859B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61" y="790575"/>
            <a:ext cx="4275611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rPr>
              <a:t>业务闭环：从项目结构到可交付点位表</a:t>
            </a:r>
          </a:p>
        </p:txBody>
      </p:sp>
      <p:sp>
        <p:nvSpPr>
          <p:cNvPr id="16" name="text-2-1">
            <a:extLst xmlns:a="http://schemas.openxmlformats.org/drawingml/2006/main">
              <a:ext uri="{FF2B5EF4-FFF2-40B4-BE49-F238E27FC236}">
                <a16:creationId xmlns:a16="http://schemas.microsoft.com/office/drawing/2014/main" id="{1B259561-A5FE-4646-A6A3-D285F4B68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61" y="1373386"/>
            <a:ext cx="578016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8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8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8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8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8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8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8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8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8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以项目、控制柜、模块为主线，配置现场信号并导出可用文件。</a:t>
            </a:r>
          </a:p>
        </p:txBody>
      </p:sp>
      <p:sp>
        <p:nvSpPr>
          <p:cNvPr id="17" name="text-2-2">
            <a:extLst xmlns:a="http://schemas.openxmlformats.org/drawingml/2006/main">
              <a:ext uri="{FF2B5EF4-FFF2-40B4-BE49-F238E27FC236}">
                <a16:creationId xmlns:a16="http://schemas.microsoft.com/office/drawing/2014/main" id="{57588B42-0B1A-4AA1-BC17-9D5EAC4B3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099" y="2183011"/>
            <a:ext cx="1495036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rPr>
              <a:t>建立项目</a:t>
            </a:r>
          </a:p>
        </p:txBody>
      </p:sp>
      <p:sp>
        <p:nvSpPr>
          <p:cNvPr id="18" name="text-2-3">
            <a:extLst xmlns:a="http://schemas.openxmlformats.org/drawingml/2006/main">
              <a:ext uri="{FF2B5EF4-FFF2-40B4-BE49-F238E27FC236}">
                <a16:creationId xmlns:a16="http://schemas.microsoft.com/office/drawing/2014/main" id="{85E63870-A112-4FD1-94C7-C4298CE71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099" y="2654498"/>
            <a:ext cx="1066522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维护项目清单</a:t>
            </a:r>
          </a:p>
        </p:txBody>
      </p:sp>
      <p:sp>
        <p:nvSpPr>
          <p:cNvPr id="19" name="text-2-4">
            <a:extLst xmlns:a="http://schemas.openxmlformats.org/drawingml/2006/main">
              <a:ext uri="{FF2B5EF4-FFF2-40B4-BE49-F238E27FC236}">
                <a16:creationId xmlns:a16="http://schemas.microsoft.com/office/drawing/2014/main" id="{2855A5AA-0666-4E0A-A9F0-05D74E060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099" y="2954536"/>
            <a:ext cx="146646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支持拖动排序</a:t>
            </a:r>
          </a:p>
        </p:txBody>
      </p:sp>
      <p:sp>
        <p:nvSpPr>
          <p:cNvPr id="20" name="text-2-5">
            <a:extLst xmlns:a="http://schemas.openxmlformats.org/drawingml/2006/main">
              <a:ext uri="{FF2B5EF4-FFF2-40B4-BE49-F238E27FC236}">
                <a16:creationId xmlns:a16="http://schemas.microsoft.com/office/drawing/2014/main" id="{6660547C-09A5-4688-B8C4-95436190C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7163" y="2504480"/>
            <a:ext cx="333288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100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100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100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100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100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100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100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100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100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1" name="text-2-6">
            <a:extLst xmlns:a="http://schemas.openxmlformats.org/drawingml/2006/main">
              <a:ext uri="{FF2B5EF4-FFF2-40B4-BE49-F238E27FC236}">
                <a16:creationId xmlns:a16="http://schemas.microsoft.com/office/drawing/2014/main" id="{326CB9FD-C684-47A5-BA34-AD8158516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1857" y="2183011"/>
            <a:ext cx="101891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rPr>
              <a:t>配置柜子</a:t>
            </a:r>
          </a:p>
        </p:txBody>
      </p:sp>
      <p:sp>
        <p:nvSpPr>
          <p:cNvPr id="22" name="text-2-7">
            <a:extLst xmlns:a="http://schemas.openxmlformats.org/drawingml/2006/main">
              <a:ext uri="{FF2B5EF4-FFF2-40B4-BE49-F238E27FC236}">
                <a16:creationId xmlns:a16="http://schemas.microsoft.com/office/drawing/2014/main" id="{C2ED7159-093F-4D4B-A84C-3A1925BB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1857" y="2654498"/>
            <a:ext cx="146646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选择主柜与分柜</a:t>
            </a:r>
          </a:p>
        </p:txBody>
      </p:sp>
      <p:sp>
        <p:nvSpPr>
          <p:cNvPr id="23" name="text-2-8">
            <a:extLst xmlns:a="http://schemas.openxmlformats.org/drawingml/2006/main">
              <a:ext uri="{FF2B5EF4-FFF2-40B4-BE49-F238E27FC236}">
                <a16:creationId xmlns:a16="http://schemas.microsoft.com/office/drawing/2014/main" id="{A2F5911F-0875-4937-8234-94AEAC8DE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1857" y="2954536"/>
            <a:ext cx="126649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按项目调整顺序</a:t>
            </a:r>
          </a:p>
        </p:txBody>
      </p:sp>
      <p:sp>
        <p:nvSpPr>
          <p:cNvPr id="24" name="text-2-9">
            <a:extLst xmlns:a="http://schemas.openxmlformats.org/drawingml/2006/main">
              <a:ext uri="{FF2B5EF4-FFF2-40B4-BE49-F238E27FC236}">
                <a16:creationId xmlns:a16="http://schemas.microsoft.com/office/drawing/2014/main" id="{FBBF87E2-568B-46CF-96E8-BF2F8946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3070" y="2504480"/>
            <a:ext cx="333288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100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100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100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100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100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100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100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100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100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5" name="text-2-10">
            <a:extLst xmlns:a="http://schemas.openxmlformats.org/drawingml/2006/main">
              <a:ext uri="{FF2B5EF4-FFF2-40B4-BE49-F238E27FC236}">
                <a16:creationId xmlns:a16="http://schemas.microsoft.com/office/drawing/2014/main" id="{B372ECFC-131B-4A36-AFC6-5D978C74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7763" y="2183011"/>
            <a:ext cx="101891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rPr>
              <a:t>创建模块</a:t>
            </a:r>
          </a:p>
        </p:txBody>
      </p:sp>
      <p:sp>
        <p:nvSpPr>
          <p:cNvPr id="26" name="text-2-11">
            <a:extLst xmlns:a="http://schemas.openxmlformats.org/drawingml/2006/main">
              <a:ext uri="{FF2B5EF4-FFF2-40B4-BE49-F238E27FC236}">
                <a16:creationId xmlns:a16="http://schemas.microsoft.com/office/drawing/2014/main" id="{8EDC2723-70FB-4E83-B13F-0374CBEEF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7763" y="2654498"/>
            <a:ext cx="126649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自动带入项目/柜号</a:t>
            </a:r>
          </a:p>
        </p:txBody>
      </p:sp>
      <p:sp>
        <p:nvSpPr>
          <p:cNvPr id="27" name="text-2-12">
            <a:extLst xmlns:a="http://schemas.openxmlformats.org/drawingml/2006/main">
              <a:ext uri="{FF2B5EF4-FFF2-40B4-BE49-F238E27FC236}">
                <a16:creationId xmlns:a16="http://schemas.microsoft.com/office/drawing/2014/main" id="{6830B905-8958-4D85-B94B-FD0D9AC85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7763" y="2954536"/>
            <a:ext cx="866549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校验模块号唯一</a:t>
            </a:r>
          </a:p>
        </p:txBody>
      </p:sp>
      <p:sp>
        <p:nvSpPr>
          <p:cNvPr id="28" name="text-2-13">
            <a:extLst xmlns:a="http://schemas.openxmlformats.org/drawingml/2006/main">
              <a:ext uri="{FF2B5EF4-FFF2-40B4-BE49-F238E27FC236}">
                <a16:creationId xmlns:a16="http://schemas.microsoft.com/office/drawing/2014/main" id="{9D7B0221-7169-4147-BC82-0C4229D09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8976" y="2504480"/>
            <a:ext cx="333288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100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100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100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100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100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100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100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100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100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9" name="text-2-14">
            <a:extLst xmlns:a="http://schemas.openxmlformats.org/drawingml/2006/main">
              <a:ext uri="{FF2B5EF4-FFF2-40B4-BE49-F238E27FC236}">
                <a16:creationId xmlns:a16="http://schemas.microsoft.com/office/drawing/2014/main" id="{2627B56A-1AF2-46DC-AF01-8DCBA7739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3670" y="2183011"/>
            <a:ext cx="125697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rPr>
              <a:t>填写点位</a:t>
            </a:r>
          </a:p>
        </p:txBody>
      </p:sp>
      <p:sp>
        <p:nvSpPr>
          <p:cNvPr id="30" name="text-2-15">
            <a:extLst xmlns:a="http://schemas.openxmlformats.org/drawingml/2006/main">
              <a:ext uri="{FF2B5EF4-FFF2-40B4-BE49-F238E27FC236}">
                <a16:creationId xmlns:a16="http://schemas.microsoft.com/office/drawing/2014/main" id="{1F3F19BF-260E-48D5-B235-55984FC17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3670" y="2654498"/>
            <a:ext cx="145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按 DI / DO 筛选</a:t>
            </a:r>
          </a:p>
        </p:txBody>
      </p:sp>
      <p:sp>
        <p:nvSpPr>
          <p:cNvPr id="31" name="text-2-16">
            <a:extLst xmlns:a="http://schemas.openxmlformats.org/drawingml/2006/main">
              <a:ext uri="{FF2B5EF4-FFF2-40B4-BE49-F238E27FC236}">
                <a16:creationId xmlns:a16="http://schemas.microsoft.com/office/drawing/2014/main" id="{D13C46EB-8B5F-4C0F-8419-50C338F7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3670" y="2954536"/>
            <a:ext cx="1437603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保存后一次提交</a:t>
            </a:r>
          </a:p>
        </p:txBody>
      </p:sp>
      <p:sp>
        <p:nvSpPr>
          <p:cNvPr id="32" name="text-2-17">
            <a:extLst xmlns:a="http://schemas.openxmlformats.org/drawingml/2006/main">
              <a:ext uri="{FF2B5EF4-FFF2-40B4-BE49-F238E27FC236}">
                <a16:creationId xmlns:a16="http://schemas.microsoft.com/office/drawing/2014/main" id="{82649A6C-3412-40FC-87A6-B76BDF136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4883" y="2504480"/>
            <a:ext cx="333288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100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100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100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100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100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100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100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100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100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3" name="text-2-18">
            <a:extLst xmlns:a="http://schemas.openxmlformats.org/drawingml/2006/main">
              <a:ext uri="{FF2B5EF4-FFF2-40B4-BE49-F238E27FC236}">
                <a16:creationId xmlns:a16="http://schemas.microsoft.com/office/drawing/2014/main" id="{130260D9-29C2-4937-9608-3D6554081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9576" y="2183011"/>
            <a:ext cx="101891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rPr>
              <a:t>查看与导出</a:t>
            </a:r>
          </a:p>
        </p:txBody>
      </p:sp>
      <p:sp>
        <p:nvSpPr>
          <p:cNvPr id="34" name="text-2-19">
            <a:extLst xmlns:a="http://schemas.openxmlformats.org/drawingml/2006/main">
              <a:ext uri="{FF2B5EF4-FFF2-40B4-BE49-F238E27FC236}">
                <a16:creationId xmlns:a16="http://schemas.microsoft.com/office/drawing/2014/main" id="{7B7ECFF2-F2FA-40E0-B280-498A0711E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9576" y="2654498"/>
            <a:ext cx="122185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项目 / 控制柜总览</a:t>
            </a:r>
          </a:p>
        </p:txBody>
      </p:sp>
      <p:sp>
        <p:nvSpPr>
          <p:cNvPr id="35" name="text-2-20">
            <a:extLst xmlns:a="http://schemas.openxmlformats.org/drawingml/2006/main">
              <a:ext uri="{FF2B5EF4-FFF2-40B4-BE49-F238E27FC236}">
                <a16:creationId xmlns:a16="http://schemas.microsoft.com/office/drawing/2014/main" id="{878942F1-9B39-4AE1-BCD5-669655824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9576" y="2954536"/>
            <a:ext cx="146646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分类型导出</a:t>
            </a:r>
          </a:p>
        </p:txBody>
      </p:sp>
      <p:sp>
        <p:nvSpPr>
          <p:cNvPr id="36" name="text-2-21">
            <a:extLst xmlns:a="http://schemas.openxmlformats.org/drawingml/2006/main">
              <a:ext uri="{FF2B5EF4-FFF2-40B4-BE49-F238E27FC236}">
                <a16:creationId xmlns:a16="http://schemas.microsoft.com/office/drawing/2014/main" id="{93F4D547-31A4-41FE-B029-AF2D487C8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61" y="3807023"/>
            <a:ext cx="101891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8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8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8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8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8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8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8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8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8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rPr>
              <a:t>清晰结构</a:t>
            </a:r>
          </a:p>
        </p:txBody>
      </p:sp>
      <p:sp>
        <p:nvSpPr>
          <p:cNvPr id="37" name="text-2-22">
            <a:extLst xmlns:a="http://schemas.openxmlformats.org/drawingml/2006/main">
              <a:ext uri="{FF2B5EF4-FFF2-40B4-BE49-F238E27FC236}">
                <a16:creationId xmlns:a16="http://schemas.microsoft.com/office/drawing/2014/main" id="{FD66D540-EC55-4B97-A22F-545AFE8E7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61" y="4199930"/>
            <a:ext cx="4827917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rPr>
              <a:t>结构树统一管理项目、控制柜和模块。</a:t>
            </a:r>
          </a:p>
        </p:txBody>
      </p:sp>
      <p:sp>
        <p:nvSpPr>
          <p:cNvPr id="38" name="text-2-23">
            <a:extLst xmlns:a="http://schemas.openxmlformats.org/drawingml/2006/main">
              <a:ext uri="{FF2B5EF4-FFF2-40B4-BE49-F238E27FC236}">
                <a16:creationId xmlns:a16="http://schemas.microsoft.com/office/drawing/2014/main" id="{784740F1-D132-4B36-A7B4-1D96623A7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5340" y="3807023"/>
            <a:ext cx="174946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8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8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8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8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8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8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8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8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8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rPr>
              <a:t>可追溯配置</a:t>
            </a:r>
          </a:p>
        </p:txBody>
      </p:sp>
      <p:sp>
        <p:nvSpPr>
          <p:cNvPr id="39" name="text-2-24">
            <a:extLst xmlns:a="http://schemas.openxmlformats.org/drawingml/2006/main">
              <a:ext uri="{FF2B5EF4-FFF2-40B4-BE49-F238E27FC236}">
                <a16:creationId xmlns:a16="http://schemas.microsoft.com/office/drawing/2014/main" id="{4C455DB3-411E-4627-AB9E-650A1FDE2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5340" y="4199930"/>
            <a:ext cx="5338116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rPr>
              <a:t>查看范围与导出内容保持一致。</a:t>
            </a:r>
          </a:p>
        </p:txBody>
      </p:sp>
      <p:sp>
        <p:nvSpPr>
          <p:cNvPr id="40" name="text-2-25">
            <a:extLst xmlns:a="http://schemas.openxmlformats.org/drawingml/2006/main">
              <a:ext uri="{FF2B5EF4-FFF2-40B4-BE49-F238E27FC236}">
                <a16:creationId xmlns:a16="http://schemas.microsoft.com/office/drawing/2014/main" id="{5410E832-BC0B-4A43-A002-E18E56AC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5340" y="4592836"/>
            <a:ext cx="1733099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1" name="text-2-26">
            <a:extLst xmlns:a="http://schemas.openxmlformats.org/drawingml/2006/main">
              <a:ext uri="{FF2B5EF4-FFF2-40B4-BE49-F238E27FC236}">
                <a16:creationId xmlns:a16="http://schemas.microsoft.com/office/drawing/2014/main" id="{CB7C1C88-30C0-4DCB-8226-E24074328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392" y="6348413"/>
            <a:ext cx="2801257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rPr>
              <a:t>现场设备点位管理系统 · 项目开发总结</a:t>
            </a:r>
          </a:p>
        </p:txBody>
      </p:sp>
      <p:sp>
        <p:nvSpPr>
          <p:cNvPr id="42" name="text-2-27">
            <a:extLst xmlns:a="http://schemas.openxmlformats.org/drawingml/2006/main">
              <a:ext uri="{FF2B5EF4-FFF2-40B4-BE49-F238E27FC236}">
                <a16:creationId xmlns:a16="http://schemas.microsoft.com/office/drawing/2014/main" id="{8A87E886-3172-42FD-B0FB-8C8A45B10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8262" y="6348413"/>
            <a:ext cx="290139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460134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A32536-AE82-46FA-A204-89F6B15C09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2762eae03a457a"/>
          <a:stretch xmlns:a="http://schemas.openxmlformats.org/drawingml/2006/main"/>
        </p:blipFill>
        <p:spPr>
          <a:xfrm xmlns:a="http://schemas.openxmlformats.org/drawingml/2006/main">
            <a:off x="0" y="79"/>
            <a:ext cx="12188825" cy="609441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0F29A6-1244-4315-858D-69FCE1952F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280c435b1a4f40"/>
          <a:stretch xmlns:a="http://schemas.openxmlformats.org/drawingml/2006/main"/>
        </p:blipFill>
        <p:spPr>
          <a:xfrm xmlns:a="http://schemas.openxmlformats.org/drawingml/2006/main">
            <a:off x="573308" y="6276975"/>
            <a:ext cx="643618" cy="409575"/>
          </a:xfrm>
          <a:prstGeom xmlns:a="http://schemas.openxmlformats.org/drawingml/2006/main" prst="rect">
            <a:avLst/>
          </a:prstGeom>
        </p:spPr>
      </p:pic>
      <p:sp>
        <p:nvSpPr>
          <p:cNvPr id="3" name="structure-3-0">
            <a:extLst xmlns:a="http://schemas.openxmlformats.org/drawingml/2006/main">
              <a:ext uri="{FF2B5EF4-FFF2-40B4-BE49-F238E27FC236}">
                <a16:creationId xmlns:a16="http://schemas.microsoft.com/office/drawing/2014/main" id="{CFE26FA3-7279-4BDE-ACF1-48904E935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61" y="6172200"/>
            <a:ext cx="11198483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B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D9717E-B13B-4995-9405-C698557DB53F}"/>
              </a:ext>
            </a:extLst>
          </p:cNvPr>
          <p:cNvGraphicFramePr/>
          <p:nvPr/>
        </p:nvGraphicFramePr>
        <p:xfrm>
          <a:off xmlns:a="http://schemas.openxmlformats.org/drawingml/2006/main" x="533261" y="1944886"/>
          <a:ext xmlns:a="http://schemas.openxmlformats.org/drawingml/2006/main" cx="11122303" cy="2881313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446841"/>
                <a:gridCol w="5449857"/>
                <a:gridCol w="3225605"/>
              </a:tblGrid>
              <a:tr h="566738">
                <a:tc>
                  <a:txBody>
                    <a:bodyPr wrap="square" lIns="133350" tIns="114300" rIns="13335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7348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原有痛点</a:t>
                      </a:r>
                    </a:p>
                  </a:txBody>
                  <a:tcPr marL="133350" marR="133350" marT="85725" marB="85725" anchor="t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114300" rIns="13335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7348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本项目实现</a:t>
                      </a:r>
                    </a:p>
                  </a:txBody>
                  <a:tcPr marL="133350" marR="133350" marT="85725" marB="85725" anchor="t"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114300" rIns="13335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7348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带来的改善</a:t>
                      </a:r>
                    </a:p>
                  </a:txBody>
                  <a:tcPr marL="133350" marR="133350" marT="85725" marB="85725" anchor="t"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 lIns="133350" tIns="104775" rIns="133350" bIns="1047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8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项目、柜子、模块分散，难以快速定位</a:t>
                      </a:r>
                    </a:p>
                  </a:txBody>
                  <a:tcPr marL="133350" marR="133350" marT="85725" marB="85725" anchor="t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B w="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104775" rIns="133350" bIns="1047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8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项目结构树、项目/柜/模块逐层总览</a:t>
                      </a:r>
                    </a:p>
                  </a:txBody>
                  <a:tcPr marL="133350" marR="133350" marT="85725" marB="85725" anchor="t">
                    <a:lnR w="0">
                      <a:noFill/>
                      <a:prstDash val="solid"/>
                    </a:lnR>
                    <a:lnB w="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104775" rIns="133350" bIns="1047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8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按层级查看，柜子可折叠并支持拖动排序</a:t>
                      </a:r>
                    </a:p>
                  </a:txBody>
                  <a:tcPr marL="133350" marR="133350" marT="85725" marB="85725" anchor="t">
                    <a:lnR w="0">
                      <a:noFill/>
                      <a:prstDash val="solid"/>
                    </a:lnR>
                    <a:lnB w="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6263">
                <a:tc>
                  <a:txBody>
                    <a:bodyPr wrap="square" lIns="133350" tIns="104775" rIns="133350" bIns="1047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8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点位变量与 PLC 地址靠人工拼接</a:t>
                      </a:r>
                    </a:p>
                  </a:txBody>
                  <a:tcPr marL="133350" marR="133350" marT="85725" marB="85725" anchor="t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B w="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104775" rIns="133350" bIns="1047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8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按信号程序名、设备点位及 DI/DO 自动生成表达式</a:t>
                      </a:r>
                    </a:p>
                  </a:txBody>
                  <a:tcPr marL="133350" marR="133350" marT="85725" marB="85725" anchor="t">
                    <a:lnR w="0">
                      <a:noFill/>
                      <a:prstDash val="solid"/>
                    </a:lnR>
                    <a:lnB w="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104775" rIns="133350" bIns="1047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8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统一命名、地址转换、补零及备用点规则</a:t>
                      </a:r>
                    </a:p>
                  </a:txBody>
                  <a:tcPr marL="133350" marR="133350" marT="85725" marB="85725" anchor="t">
                    <a:lnR w="0">
                      <a:noFill/>
                      <a:prstDash val="solid"/>
                    </a:lnR>
                    <a:lnB w="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6263">
                <a:tc>
                  <a:txBody>
                    <a:bodyPr wrap="square" lIns="133350" tIns="104775" rIns="133350" bIns="1047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8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逐行写库，填写过程易产生半成品</a:t>
                      </a:r>
                    </a:p>
                  </a:txBody>
                  <a:tcPr marL="133350" marR="133350" marT="85725" marB="85725" anchor="t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B w="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104775" rIns="133350" bIns="1047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8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模块草稿编辑，点击保存后整模块一次提交</a:t>
                      </a:r>
                    </a:p>
                  </a:txBody>
                  <a:tcPr marL="133350" marR="133350" marT="85725" marB="85725" anchor="t">
                    <a:lnR w="0">
                      <a:noFill/>
                      <a:prstDash val="solid"/>
                    </a:lnR>
                    <a:lnB w="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104775" rIns="133350" bIns="1047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8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降低中间状态与重复操作，支持事务保存</a:t>
                      </a:r>
                    </a:p>
                  </a:txBody>
                  <a:tcPr marL="133350" marR="133350" marT="85725" marB="85725" anchor="t">
                    <a:lnR w="0">
                      <a:noFill/>
                      <a:prstDash val="solid"/>
                    </a:lnR>
                    <a:lnB w="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6263">
                <a:tc>
                  <a:txBody>
                    <a:bodyPr wrap="square" lIns="133350" tIns="104775" rIns="133350" bIns="1047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8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手机窄屏和长表难以观察</a:t>
                      </a:r>
                    </a:p>
                  </a:txBody>
                  <a:tcPr marL="133350" marR="133350" marT="85725" marB="85725" anchor="t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B w="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104775" rIns="133350" bIns="1047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8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响应式导航与横向滚动单表</a:t>
                      </a:r>
                    </a:p>
                  </a:txBody>
                  <a:tcPr marL="133350" marR="133350" marT="85725" marB="85725" anchor="t">
                    <a:lnR w="0">
                      <a:noFill/>
                      <a:prstDash val="solid"/>
                    </a:lnR>
                    <a:lnB w="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104775" rIns="133350" bIns="1047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8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小屏仍保持完整行列关系，不拆成通道卡片</a:t>
                      </a:r>
                    </a:p>
                  </a:txBody>
                  <a:tcPr marL="133350" marR="133350" marT="85725" marB="85725" anchor="t">
                    <a:lnR w="0">
                      <a:noFill/>
                      <a:prstDash val="solid"/>
                    </a:lnR>
                    <a:lnB w="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able-0-row-0-rule">
            <a:extLst xmlns:a="http://schemas.openxmlformats.org/drawingml/2006/main">
              <a:ext uri="{FF2B5EF4-FFF2-40B4-BE49-F238E27FC236}">
                <a16:creationId xmlns:a16="http://schemas.microsoft.com/office/drawing/2014/main" id="{CD1FF7D6-A9A4-4529-9987-6D73AB970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61" y="2502098"/>
            <a:ext cx="1112230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EE3"/>
          </a:solidFill>
          <a:ln xmlns:a="http://schemas.openxmlformats.org/drawingml/2006/main" w="0">
            <a:noFill/>
          </a:ln>
        </p:spPr>
      </p:sp>
      <p:sp>
        <p:nvSpPr>
          <p:cNvPr id="6" name="table-0-row-1-rule">
            <a:extLst xmlns:a="http://schemas.openxmlformats.org/drawingml/2006/main">
              <a:ext uri="{FF2B5EF4-FFF2-40B4-BE49-F238E27FC236}">
                <a16:creationId xmlns:a16="http://schemas.microsoft.com/office/drawing/2014/main" id="{2A246306-67AB-453A-89F3-B9F76F1A4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61" y="3083123"/>
            <a:ext cx="11122303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B"/>
          </a:solidFill>
          <a:ln xmlns:a="http://schemas.openxmlformats.org/drawingml/2006/main" w="0">
            <a:noFill/>
          </a:ln>
        </p:spPr>
      </p:sp>
      <p:sp>
        <p:nvSpPr>
          <p:cNvPr id="7" name="table-0-row-2-rule">
            <a:extLst xmlns:a="http://schemas.openxmlformats.org/drawingml/2006/main">
              <a:ext uri="{FF2B5EF4-FFF2-40B4-BE49-F238E27FC236}">
                <a16:creationId xmlns:a16="http://schemas.microsoft.com/office/drawing/2014/main" id="{22583465-6A8B-47EE-8AD3-E3061E611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61" y="3659386"/>
            <a:ext cx="11122303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B"/>
          </a:solidFill>
          <a:ln xmlns:a="http://schemas.openxmlformats.org/drawingml/2006/main" w="0">
            <a:noFill/>
          </a:ln>
        </p:spPr>
      </p:sp>
      <p:sp>
        <p:nvSpPr>
          <p:cNvPr id="8" name="table-0-row-3-rule">
            <a:extLst xmlns:a="http://schemas.openxmlformats.org/drawingml/2006/main">
              <a:ext uri="{FF2B5EF4-FFF2-40B4-BE49-F238E27FC236}">
                <a16:creationId xmlns:a16="http://schemas.microsoft.com/office/drawing/2014/main" id="{04EF8C84-86A8-44D4-9334-D975D1FD2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61" y="4235648"/>
            <a:ext cx="11122303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B"/>
          </a:solidFill>
          <a:ln xmlns:a="http://schemas.openxmlformats.org/drawingml/2006/main" w="0">
            <a:noFill/>
          </a:ln>
        </p:spPr>
      </p:sp>
      <p:sp>
        <p:nvSpPr>
          <p:cNvPr id="9" name="table-0-row-4-rule">
            <a:extLst xmlns:a="http://schemas.openxmlformats.org/drawingml/2006/main">
              <a:ext uri="{FF2B5EF4-FFF2-40B4-BE49-F238E27FC236}">
                <a16:creationId xmlns:a16="http://schemas.microsoft.com/office/drawing/2014/main" id="{12F5FA2D-8258-45B3-804A-81E61DE3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61" y="4811911"/>
            <a:ext cx="11122303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B"/>
          </a:solidFill>
          <a:ln xmlns:a="http://schemas.openxmlformats.org/drawingml/2006/main" w="0">
            <a:noFill/>
          </a:ln>
        </p:spPr>
      </p:sp>
      <p:sp>
        <p:nvSpPr>
          <p:cNvPr id="10" name="text-3-0">
            <a:extLst xmlns:a="http://schemas.openxmlformats.org/drawingml/2006/main">
              <a:ext uri="{FF2B5EF4-FFF2-40B4-BE49-F238E27FC236}">
                <a16:creationId xmlns:a16="http://schemas.microsoft.com/office/drawing/2014/main" id="{C843E092-F2F5-4DB0-931C-C5A1A6B12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61" y="790575"/>
            <a:ext cx="3304314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rPr>
              <a:t>关键痛点与改善结果</a:t>
            </a:r>
          </a:p>
        </p:txBody>
      </p:sp>
      <p:sp>
        <p:nvSpPr>
          <p:cNvPr id="11" name="text-3-1">
            <a:extLst xmlns:a="http://schemas.openxmlformats.org/drawingml/2006/main">
              <a:ext uri="{FF2B5EF4-FFF2-40B4-BE49-F238E27FC236}">
                <a16:creationId xmlns:a16="http://schemas.microsoft.com/office/drawing/2014/main" id="{424FD60D-7F16-4504-8FBF-D1DBFF089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61" y="1373386"/>
            <a:ext cx="6694331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8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8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8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8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8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8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8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8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8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把容易出错的手工规则、层级查看和文件整理纳入统一流程。</a:t>
            </a:r>
          </a:p>
        </p:txBody>
      </p:sp>
      <p:sp>
        <p:nvSpPr>
          <p:cNvPr id="12" name="text-3-2">
            <a:extLst xmlns:a="http://schemas.openxmlformats.org/drawingml/2006/main">
              <a:ext uri="{FF2B5EF4-FFF2-40B4-BE49-F238E27FC236}">
                <a16:creationId xmlns:a16="http://schemas.microsoft.com/office/drawing/2014/main" id="{145C7250-C415-4AF3-AE9E-0D9729FFD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392" y="6348413"/>
            <a:ext cx="2801257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rPr>
              <a:t>现场设备点位管理系统 · 项目开发总结</a:t>
            </a:r>
          </a:p>
        </p:txBody>
      </p:sp>
      <p:sp>
        <p:nvSpPr>
          <p:cNvPr id="13" name="text-3-3">
            <a:extLst xmlns:a="http://schemas.openxmlformats.org/drawingml/2006/main">
              <a:ext uri="{FF2B5EF4-FFF2-40B4-BE49-F238E27FC236}">
                <a16:creationId xmlns:a16="http://schemas.microsoft.com/office/drawing/2014/main" id="{C6B6010C-8080-45E9-B9F1-AA2213089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8262" y="6348413"/>
            <a:ext cx="290139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828333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BDE718-0A32-449E-AF2C-9812295693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26d1e26e564591"/>
          <a:stretch xmlns:a="http://schemas.openxmlformats.org/drawingml/2006/main"/>
        </p:blipFill>
        <p:spPr>
          <a:xfrm xmlns:a="http://schemas.openxmlformats.org/drawingml/2006/main">
            <a:off x="0" y="79"/>
            <a:ext cx="12188825" cy="609441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9156F3-5002-4D47-9FA9-6DF0082628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dd4401b03b4800"/>
          <a:stretch xmlns:a="http://schemas.openxmlformats.org/drawingml/2006/main"/>
        </p:blipFill>
        <p:spPr>
          <a:xfrm xmlns:a="http://schemas.openxmlformats.org/drawingml/2006/main">
            <a:off x="573308" y="6276975"/>
            <a:ext cx="643618" cy="409575"/>
          </a:xfrm>
          <a:prstGeom xmlns:a="http://schemas.openxmlformats.org/drawingml/2006/main" prst="rect">
            <a:avLst/>
          </a:prstGeom>
        </p:spPr>
      </p:pic>
      <p:sp>
        <p:nvSpPr>
          <p:cNvPr id="3" name="structure-4-0">
            <a:extLst xmlns:a="http://schemas.openxmlformats.org/drawingml/2006/main">
              <a:ext uri="{FF2B5EF4-FFF2-40B4-BE49-F238E27FC236}">
                <a16:creationId xmlns:a16="http://schemas.microsoft.com/office/drawing/2014/main" id="{CD93CC21-99F5-4AF6-AF4B-A5C8CD8E0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693" y="1363861"/>
            <a:ext cx="19045" cy="690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D4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ructure-4-1">
            <a:extLst xmlns:a="http://schemas.openxmlformats.org/drawingml/2006/main">
              <a:ext uri="{FF2B5EF4-FFF2-40B4-BE49-F238E27FC236}">
                <a16:creationId xmlns:a16="http://schemas.microsoft.com/office/drawing/2014/main" id="{FBBD0E4F-3A8F-4791-A267-82FE101E6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279" y="2044898"/>
            <a:ext cx="984628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ructure-4-2">
            <a:extLst xmlns:a="http://schemas.openxmlformats.org/drawingml/2006/main">
              <a:ext uri="{FF2B5EF4-FFF2-40B4-BE49-F238E27FC236}">
                <a16:creationId xmlns:a16="http://schemas.microsoft.com/office/drawing/2014/main" id="{64E0AF00-9198-44CC-AAA7-2417EA74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693" y="2054423"/>
            <a:ext cx="19045" cy="690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D4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ructure-4-3">
            <a:extLst xmlns:a="http://schemas.openxmlformats.org/drawingml/2006/main">
              <a:ext uri="{FF2B5EF4-FFF2-40B4-BE49-F238E27FC236}">
                <a16:creationId xmlns:a16="http://schemas.microsoft.com/office/drawing/2014/main" id="{F7608334-4557-42CC-ABB7-3A2D7842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279" y="2735461"/>
            <a:ext cx="984628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ructure-4-4">
            <a:extLst xmlns:a="http://schemas.openxmlformats.org/drawingml/2006/main">
              <a:ext uri="{FF2B5EF4-FFF2-40B4-BE49-F238E27FC236}">
                <a16:creationId xmlns:a16="http://schemas.microsoft.com/office/drawing/2014/main" id="{78532CA0-AB8D-493E-BFAB-2033E018A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693" y="2744986"/>
            <a:ext cx="19045" cy="690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D4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ructure-4-5">
            <a:extLst xmlns:a="http://schemas.openxmlformats.org/drawingml/2006/main">
              <a:ext uri="{FF2B5EF4-FFF2-40B4-BE49-F238E27FC236}">
                <a16:creationId xmlns:a16="http://schemas.microsoft.com/office/drawing/2014/main" id="{CDBB1080-64AF-4D37-BE27-9152F1D48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279" y="3426023"/>
            <a:ext cx="984628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ructure-4-6">
            <a:extLst xmlns:a="http://schemas.openxmlformats.org/drawingml/2006/main">
              <a:ext uri="{FF2B5EF4-FFF2-40B4-BE49-F238E27FC236}">
                <a16:creationId xmlns:a16="http://schemas.microsoft.com/office/drawing/2014/main" id="{7ED41763-6574-451C-83FA-0C1E510D9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693" y="3435548"/>
            <a:ext cx="19045" cy="690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D4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tructure-4-7">
            <a:extLst xmlns:a="http://schemas.openxmlformats.org/drawingml/2006/main">
              <a:ext uri="{FF2B5EF4-FFF2-40B4-BE49-F238E27FC236}">
                <a16:creationId xmlns:a16="http://schemas.microsoft.com/office/drawing/2014/main" id="{28352193-71A7-4D09-864F-46B2A2ECC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279" y="4116586"/>
            <a:ext cx="984628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ructure-4-8">
            <a:extLst xmlns:a="http://schemas.openxmlformats.org/drawingml/2006/main">
              <a:ext uri="{FF2B5EF4-FFF2-40B4-BE49-F238E27FC236}">
                <a16:creationId xmlns:a16="http://schemas.microsoft.com/office/drawing/2014/main" id="{7E6B866C-273C-4AFB-867E-D14353FE3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693" y="4126111"/>
            <a:ext cx="19045" cy="690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D4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ructure-4-9">
            <a:extLst xmlns:a="http://schemas.openxmlformats.org/drawingml/2006/main">
              <a:ext uri="{FF2B5EF4-FFF2-40B4-BE49-F238E27FC236}">
                <a16:creationId xmlns:a16="http://schemas.microsoft.com/office/drawing/2014/main" id="{F0D54339-8F43-42E8-BCE8-C023AEF32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279" y="4807148"/>
            <a:ext cx="984628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ructure-4-10">
            <a:extLst xmlns:a="http://schemas.openxmlformats.org/drawingml/2006/main">
              <a:ext uri="{FF2B5EF4-FFF2-40B4-BE49-F238E27FC236}">
                <a16:creationId xmlns:a16="http://schemas.microsoft.com/office/drawing/2014/main" id="{CF71AAD5-8589-4462-AFA0-7A4C458EE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61" y="6172200"/>
            <a:ext cx="11198483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4-0">
            <a:extLst xmlns:a="http://schemas.openxmlformats.org/drawingml/2006/main">
              <a:ext uri="{FF2B5EF4-FFF2-40B4-BE49-F238E27FC236}">
                <a16:creationId xmlns:a16="http://schemas.microsoft.com/office/drawing/2014/main" id="{36E772E0-CEC0-457D-9E5E-097A15478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61" y="790575"/>
            <a:ext cx="4275611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rPr>
              <a:t>开发过程：从业务规则到可交付系统</a:t>
            </a:r>
          </a:p>
        </p:txBody>
      </p:sp>
      <p:sp>
        <p:nvSpPr>
          <p:cNvPr id="15" name="text-4-1">
            <a:extLst xmlns:a="http://schemas.openxmlformats.org/drawingml/2006/main">
              <a:ext uri="{FF2B5EF4-FFF2-40B4-BE49-F238E27FC236}">
                <a16:creationId xmlns:a16="http://schemas.microsoft.com/office/drawing/2014/main" id="{62831FAE-B8E3-4848-9F6C-C2C8CDC5C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61" y="1487686"/>
            <a:ext cx="34593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875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875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875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875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875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875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875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875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875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6" name="text-4-2">
            <a:extLst xmlns:a="http://schemas.openxmlformats.org/drawingml/2006/main">
              <a:ext uri="{FF2B5EF4-FFF2-40B4-BE49-F238E27FC236}">
                <a16:creationId xmlns:a16="http://schemas.microsoft.com/office/drawing/2014/main" id="{9DDDD26D-7681-483D-9641-9F1F9C930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279" y="1487686"/>
            <a:ext cx="101891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8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8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8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8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8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8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8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8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8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rPr>
              <a:t>梳理层级</a:t>
            </a:r>
          </a:p>
        </p:txBody>
      </p:sp>
      <p:sp>
        <p:nvSpPr>
          <p:cNvPr id="17" name="text-4-3">
            <a:extLst xmlns:a="http://schemas.openxmlformats.org/drawingml/2006/main">
              <a:ext uri="{FF2B5EF4-FFF2-40B4-BE49-F238E27FC236}">
                <a16:creationId xmlns:a16="http://schemas.microsoft.com/office/drawing/2014/main" id="{6848F05D-4E8E-4DDF-8DC7-E41598594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1531" y="1487686"/>
            <a:ext cx="5564574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rPr>
              <a:t>　确认项目—柜子—模块—通道关系与权限边界。</a:t>
            </a:r>
          </a:p>
        </p:txBody>
      </p:sp>
      <p:sp>
        <p:nvSpPr>
          <p:cNvPr id="18" name="text-4-4">
            <a:extLst xmlns:a="http://schemas.openxmlformats.org/drawingml/2006/main">
              <a:ext uri="{FF2B5EF4-FFF2-40B4-BE49-F238E27FC236}">
                <a16:creationId xmlns:a16="http://schemas.microsoft.com/office/drawing/2014/main" id="{02FF088F-E4A0-457F-AAE8-BA7A65F9C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61" y="2178248"/>
            <a:ext cx="34593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875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875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875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875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875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875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875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875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875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9" name="text-4-5">
            <a:extLst xmlns:a="http://schemas.openxmlformats.org/drawingml/2006/main">
              <a:ext uri="{FF2B5EF4-FFF2-40B4-BE49-F238E27FC236}">
                <a16:creationId xmlns:a16="http://schemas.microsoft.com/office/drawing/2014/main" id="{228471DE-8BAC-48AB-9A18-50716E213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279" y="2178248"/>
            <a:ext cx="1733099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8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8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8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8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8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8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8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8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8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rPr>
              <a:t>完善基础配置</a:t>
            </a:r>
          </a:p>
        </p:txBody>
      </p:sp>
      <p:sp>
        <p:nvSpPr>
          <p:cNvPr id="20" name="text-4-6">
            <a:extLst xmlns:a="http://schemas.openxmlformats.org/drawingml/2006/main">
              <a:ext uri="{FF2B5EF4-FFF2-40B4-BE49-F238E27FC236}">
                <a16:creationId xmlns:a16="http://schemas.microsoft.com/office/drawing/2014/main" id="{A2447E53-A918-4979-806A-F2B08868E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720" y="2178248"/>
            <a:ext cx="5067766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rPr>
              <a:t>　补充柜号/分柜、信号部位、程序名称和顺序维护。</a:t>
            </a:r>
          </a:p>
        </p:txBody>
      </p:sp>
      <p:sp>
        <p:nvSpPr>
          <p:cNvPr id="21" name="text-4-7">
            <a:extLst xmlns:a="http://schemas.openxmlformats.org/drawingml/2006/main">
              <a:ext uri="{FF2B5EF4-FFF2-40B4-BE49-F238E27FC236}">
                <a16:creationId xmlns:a16="http://schemas.microsoft.com/office/drawing/2014/main" id="{F1F0A1E9-D1E8-4CE1-83D0-785BAD965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61" y="2868811"/>
            <a:ext cx="34593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875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875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875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875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875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875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875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875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875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2" name="text-4-8">
            <a:extLst xmlns:a="http://schemas.openxmlformats.org/drawingml/2006/main">
              <a:ext uri="{FF2B5EF4-FFF2-40B4-BE49-F238E27FC236}">
                <a16:creationId xmlns:a16="http://schemas.microsoft.com/office/drawing/2014/main" id="{0AA9E0CA-BB30-4E14-BFCF-2FA2F0F2C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279" y="2868811"/>
            <a:ext cx="153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8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8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8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8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8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8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8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8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8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rPr>
              <a:t>建设模块配置</a:t>
            </a:r>
          </a:p>
        </p:txBody>
      </p:sp>
      <p:sp>
        <p:nvSpPr>
          <p:cNvPr id="23" name="text-4-9">
            <a:extLst xmlns:a="http://schemas.openxmlformats.org/drawingml/2006/main">
              <a:ext uri="{FF2B5EF4-FFF2-40B4-BE49-F238E27FC236}">
                <a16:creationId xmlns:a16="http://schemas.microsoft.com/office/drawing/2014/main" id="{5910A9B6-F722-45D9-B1C5-5A2ACD5AE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2771" y="2868811"/>
            <a:ext cx="5725712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rPr>
              <a:t>　模块号唯一，按项目结构自动预选项目与柜子。</a:t>
            </a:r>
          </a:p>
        </p:txBody>
      </p:sp>
      <p:sp>
        <p:nvSpPr>
          <p:cNvPr id="24" name="text-4-10">
            <a:extLst xmlns:a="http://schemas.openxmlformats.org/drawingml/2006/main">
              <a:ext uri="{FF2B5EF4-FFF2-40B4-BE49-F238E27FC236}">
                <a16:creationId xmlns:a16="http://schemas.microsoft.com/office/drawing/2014/main" id="{30AECB93-1DB5-4500-BE1B-A629A691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61" y="3559373"/>
            <a:ext cx="34593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875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875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875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875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875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875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875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875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875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text-4-11">
            <a:extLst xmlns:a="http://schemas.openxmlformats.org/drawingml/2006/main">
              <a:ext uri="{FF2B5EF4-FFF2-40B4-BE49-F238E27FC236}">
                <a16:creationId xmlns:a16="http://schemas.microsoft.com/office/drawing/2014/main" id="{A762C5F9-F41B-4DA1-AD79-40D2D2EB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279" y="3559373"/>
            <a:ext cx="230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8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8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8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8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8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8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8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8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8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rPr>
              <a:t>打通点位填写</a:t>
            </a:r>
          </a:p>
        </p:txBody>
      </p:sp>
      <p:sp>
        <p:nvSpPr>
          <p:cNvPr id="26" name="text-4-12">
            <a:extLst xmlns:a="http://schemas.openxmlformats.org/drawingml/2006/main">
              <a:ext uri="{FF2B5EF4-FFF2-40B4-BE49-F238E27FC236}">
                <a16:creationId xmlns:a16="http://schemas.microsoft.com/office/drawing/2014/main" id="{2FC04142-E6D3-4285-AEE0-95B36CC40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071" y="3559373"/>
            <a:ext cx="559016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rPr>
              <a:t>　筛选 DI/DO，生成 PLC 表达式，整模块保存。</a:t>
            </a:r>
          </a:p>
        </p:txBody>
      </p:sp>
      <p:sp>
        <p:nvSpPr>
          <p:cNvPr id="27" name="text-4-13">
            <a:extLst xmlns:a="http://schemas.openxmlformats.org/drawingml/2006/main">
              <a:ext uri="{FF2B5EF4-FFF2-40B4-BE49-F238E27FC236}">
                <a16:creationId xmlns:a16="http://schemas.microsoft.com/office/drawing/2014/main" id="{0546E32E-7A0C-43A3-93DF-169E62441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61" y="4249936"/>
            <a:ext cx="34593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875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875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875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875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875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875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875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875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875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8" name="text-4-14">
            <a:extLst xmlns:a="http://schemas.openxmlformats.org/drawingml/2006/main">
              <a:ext uri="{FF2B5EF4-FFF2-40B4-BE49-F238E27FC236}">
                <a16:creationId xmlns:a16="http://schemas.microsoft.com/office/drawing/2014/main" id="{1FF309D8-4543-458E-949C-479980F85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279" y="4249936"/>
            <a:ext cx="1495036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8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8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8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8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8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8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8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8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8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rPr>
              <a:t>完善总览导出</a:t>
            </a:r>
          </a:p>
        </p:txBody>
      </p:sp>
      <p:sp>
        <p:nvSpPr>
          <p:cNvPr id="29" name="text-4-15">
            <a:extLst xmlns:a="http://schemas.openxmlformats.org/drawingml/2006/main">
              <a:ext uri="{FF2B5EF4-FFF2-40B4-BE49-F238E27FC236}">
                <a16:creationId xmlns:a16="http://schemas.microsoft.com/office/drawing/2014/main" id="{54F5AF23-6378-4277-8A3A-AAA29D5A8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7657" y="4249936"/>
            <a:ext cx="6330541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rPr>
              <a:t>　统计已用/备用点位，导出模块、柜内与项目文件。</a:t>
            </a:r>
          </a:p>
        </p:txBody>
      </p:sp>
      <p:sp>
        <p:nvSpPr>
          <p:cNvPr id="30" name="text-4-16">
            <a:extLst xmlns:a="http://schemas.openxmlformats.org/drawingml/2006/main">
              <a:ext uri="{FF2B5EF4-FFF2-40B4-BE49-F238E27FC236}">
                <a16:creationId xmlns:a16="http://schemas.microsoft.com/office/drawing/2014/main" id="{E5180F71-4AA6-4848-A743-49A35F00F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392" y="6348413"/>
            <a:ext cx="2801257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rPr>
              <a:t>现场设备点位管理系统 · 项目开发总结</a:t>
            </a:r>
          </a:p>
        </p:txBody>
      </p:sp>
      <p:sp>
        <p:nvSpPr>
          <p:cNvPr id="31" name="text-4-17">
            <a:extLst xmlns:a="http://schemas.openxmlformats.org/drawingml/2006/main">
              <a:ext uri="{FF2B5EF4-FFF2-40B4-BE49-F238E27FC236}">
                <a16:creationId xmlns:a16="http://schemas.microsoft.com/office/drawing/2014/main" id="{9B3F5E96-7762-462B-BCE4-80573CC1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8262" y="6348413"/>
            <a:ext cx="290139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1425043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BC9CC7-76B3-49A3-B664-DF0828C374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646e305ca4428f"/>
          <a:stretch xmlns:a="http://schemas.openxmlformats.org/drawingml/2006/main"/>
        </p:blipFill>
        <p:spPr>
          <a:xfrm xmlns:a="http://schemas.openxmlformats.org/drawingml/2006/main">
            <a:off x="0" y="79"/>
            <a:ext cx="12188825" cy="609441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3D4E3F-3AC0-4F97-A5B4-6984A2991F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3061bd0aef4992"/>
          <a:stretch xmlns:a="http://schemas.openxmlformats.org/drawingml/2006/main"/>
        </p:blipFill>
        <p:spPr>
          <a:xfrm xmlns:a="http://schemas.openxmlformats.org/drawingml/2006/main">
            <a:off x="573308" y="6276975"/>
            <a:ext cx="643618" cy="409575"/>
          </a:xfrm>
          <a:prstGeom xmlns:a="http://schemas.openxmlformats.org/drawingml/2006/main" prst="rect">
            <a:avLst/>
          </a:prstGeom>
        </p:spPr>
      </p:pic>
      <p:sp>
        <p:nvSpPr>
          <p:cNvPr id="3" name="structure-5-0">
            <a:extLst xmlns:a="http://schemas.openxmlformats.org/drawingml/2006/main">
              <a:ext uri="{FF2B5EF4-FFF2-40B4-BE49-F238E27FC236}">
                <a16:creationId xmlns:a16="http://schemas.microsoft.com/office/drawing/2014/main" id="{2165073D-A777-4029-A0B6-78FE8FC2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61" y="1944886"/>
            <a:ext cx="3414865" cy="14906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ructure-5-1">
            <a:extLst xmlns:a="http://schemas.openxmlformats.org/drawingml/2006/main">
              <a:ext uri="{FF2B5EF4-FFF2-40B4-BE49-F238E27FC236}">
                <a16:creationId xmlns:a16="http://schemas.microsoft.com/office/drawing/2014/main" id="{AC288D58-D0B7-4E04-BCD6-A52C3E40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61" y="1944886"/>
            <a:ext cx="341486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ructure-5-2">
            <a:extLst xmlns:a="http://schemas.openxmlformats.org/drawingml/2006/main">
              <a:ext uri="{FF2B5EF4-FFF2-40B4-BE49-F238E27FC236}">
                <a16:creationId xmlns:a16="http://schemas.microsoft.com/office/drawing/2014/main" id="{B8A7AAB0-1833-4282-AF4B-DE0269761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5207" y="1944886"/>
            <a:ext cx="3415014" cy="14906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ructure-5-3">
            <a:extLst xmlns:a="http://schemas.openxmlformats.org/drawingml/2006/main">
              <a:ext uri="{FF2B5EF4-FFF2-40B4-BE49-F238E27FC236}">
                <a16:creationId xmlns:a16="http://schemas.microsoft.com/office/drawing/2014/main" id="{0B593666-5D6E-4E2B-82C2-7A9941A7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5207" y="1944886"/>
            <a:ext cx="341501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ructure-5-4">
            <a:extLst xmlns:a="http://schemas.openxmlformats.org/drawingml/2006/main">
              <a:ext uri="{FF2B5EF4-FFF2-40B4-BE49-F238E27FC236}">
                <a16:creationId xmlns:a16="http://schemas.microsoft.com/office/drawing/2014/main" id="{3756BABA-4490-4FBE-B134-7EB1E924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0550" y="1944886"/>
            <a:ext cx="3415014" cy="14906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ructure-5-5">
            <a:extLst xmlns:a="http://schemas.openxmlformats.org/drawingml/2006/main">
              <a:ext uri="{FF2B5EF4-FFF2-40B4-BE49-F238E27FC236}">
                <a16:creationId xmlns:a16="http://schemas.microsoft.com/office/drawing/2014/main" id="{47289536-B7B3-4C76-82AF-89DA02B20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0550" y="1944886"/>
            <a:ext cx="341501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ructure-5-6">
            <a:extLst xmlns:a="http://schemas.openxmlformats.org/drawingml/2006/main">
              <a:ext uri="{FF2B5EF4-FFF2-40B4-BE49-F238E27FC236}">
                <a16:creationId xmlns:a16="http://schemas.microsoft.com/office/drawing/2014/main" id="{D42017C3-08CA-4F68-85B2-12CE1D8A2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61" y="6172200"/>
            <a:ext cx="11198483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B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5BEBA3-00FD-43FD-8495-16F672B0217C}"/>
              </a:ext>
            </a:extLst>
          </p:cNvPr>
          <p:cNvGraphicFramePr/>
          <p:nvPr/>
        </p:nvGraphicFramePr>
        <p:xfrm>
          <a:off xmlns:a="http://schemas.openxmlformats.org/drawingml/2006/main" x="533261" y="3602236"/>
          <a:ext xmlns:a="http://schemas.openxmlformats.org/drawingml/2006/main" cx="11122303" cy="22193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650696"/>
                <a:gridCol w="7471607"/>
              </a:tblGrid>
              <a:tr h="566738">
                <a:tc>
                  <a:txBody>
                    <a:bodyPr wrap="square" lIns="133350" tIns="114300" rIns="13335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7348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规则项</a:t>
                      </a:r>
                    </a:p>
                  </a:txBody>
                  <a:tcPr marL="133350" marR="133350" marT="85725" marB="85725" anchor="t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114300" rIns="13335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7348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 / 行为</a:t>
                      </a:r>
                    </a:p>
                  </a:txBody>
                  <a:tcPr marL="133350" marR="133350" marT="85725" marB="85725" anchor="t"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7213">
                <a:tc>
                  <a:txBody>
                    <a:bodyPr wrap="square" lIns="133350" tIns="104775" rIns="133350" bIns="1047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8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DI 输入模块</a:t>
                      </a:r>
                    </a:p>
                  </a:txBody>
                  <a:tcPr marL="133350" marR="133350" marT="85725" marB="85725" anchor="t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B w="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104775" rIns="133350" bIns="1047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8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程序名_设备点位 := PLC 输入地址;</a:t>
                      </a:r>
                    </a:p>
                  </a:txBody>
                  <a:tcPr marL="133350" marR="133350" marT="85725" marB="85725" anchor="t">
                    <a:lnR w="0">
                      <a:noFill/>
                      <a:prstDash val="solid"/>
                    </a:lnR>
                    <a:lnB w="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 lIns="133350" tIns="104775" rIns="133350" bIns="1047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8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DO 输出模块</a:t>
                      </a:r>
                    </a:p>
                  </a:txBody>
                  <a:tcPr marL="133350" marR="133350" marT="85725" marB="85725" anchor="t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B w="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104775" rIns="133350" bIns="1047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8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PLC 输出地址 := 程序名_设备点位;</a:t>
                      </a:r>
                    </a:p>
                  </a:txBody>
                  <a:tcPr marL="133350" marR="133350" marT="85725" marB="85725" anchor="t">
                    <a:lnR w="0">
                      <a:noFill/>
                      <a:prstDash val="solid"/>
                    </a:lnR>
                    <a:lnB w="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7688">
                <a:tc>
                  <a:txBody>
                    <a:bodyPr wrap="square" lIns="133350" tIns="104775" rIns="133350" bIns="1047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8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点位补零</a:t>
                      </a:r>
                    </a:p>
                  </a:txBody>
                  <a:tcPr marL="133350" marR="133350" marT="85725" marB="85725" anchor="t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B w="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104775" rIns="133350" bIns="1047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8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首字母 + 5 位数字：G6 → G00006；P1032 → P01032</a:t>
                      </a:r>
                    </a:p>
                  </a:txBody>
                  <a:tcPr marL="133350" marR="133350" marT="85725" marB="85725" anchor="t">
                    <a:lnR w="0">
                      <a:noFill/>
                      <a:prstDash val="solid"/>
                    </a:lnR>
                    <a:lnB w="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able-0-row-0-rule">
            <a:extLst xmlns:a="http://schemas.openxmlformats.org/drawingml/2006/main">
              <a:ext uri="{FF2B5EF4-FFF2-40B4-BE49-F238E27FC236}">
                <a16:creationId xmlns:a16="http://schemas.microsoft.com/office/drawing/2014/main" id="{21A8CD20-2950-469A-9684-0F0B6FA6D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61" y="4183261"/>
            <a:ext cx="1112230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EE3"/>
          </a:solidFill>
          <a:ln xmlns:a="http://schemas.openxmlformats.org/drawingml/2006/main" w="0">
            <a:noFill/>
          </a:ln>
        </p:spPr>
      </p:sp>
      <p:sp>
        <p:nvSpPr>
          <p:cNvPr id="12" name="table-0-row-1-rule">
            <a:extLst xmlns:a="http://schemas.openxmlformats.org/drawingml/2006/main">
              <a:ext uri="{FF2B5EF4-FFF2-40B4-BE49-F238E27FC236}">
                <a16:creationId xmlns:a16="http://schemas.microsoft.com/office/drawing/2014/main" id="{94B4FCFE-2431-4599-9D9F-A164D256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61" y="4740473"/>
            <a:ext cx="11122303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B"/>
          </a:solidFill>
          <a:ln xmlns:a="http://schemas.openxmlformats.org/drawingml/2006/main" w="0">
            <a:noFill/>
          </a:ln>
        </p:spPr>
      </p:sp>
      <p:sp>
        <p:nvSpPr>
          <p:cNvPr id="13" name="table-0-row-2-rule">
            <a:extLst xmlns:a="http://schemas.openxmlformats.org/drawingml/2006/main">
              <a:ext uri="{FF2B5EF4-FFF2-40B4-BE49-F238E27FC236}">
                <a16:creationId xmlns:a16="http://schemas.microsoft.com/office/drawing/2014/main" id="{01EF827C-F1BE-4288-A429-319157896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61" y="5292923"/>
            <a:ext cx="11122303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B"/>
          </a:solidFill>
          <a:ln xmlns:a="http://schemas.openxmlformats.org/drawingml/2006/main" w="0">
            <a:noFill/>
          </a:ln>
        </p:spPr>
      </p:sp>
      <p:sp>
        <p:nvSpPr>
          <p:cNvPr id="14" name="table-0-row-3-rule">
            <a:extLst xmlns:a="http://schemas.openxmlformats.org/drawingml/2006/main">
              <a:ext uri="{FF2B5EF4-FFF2-40B4-BE49-F238E27FC236}">
                <a16:creationId xmlns:a16="http://schemas.microsoft.com/office/drawing/2014/main" id="{3FF8D3D2-2D51-4C14-8A8B-B9DC64BF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61" y="5840611"/>
            <a:ext cx="11122303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B"/>
          </a:solidFill>
          <a:ln xmlns:a="http://schemas.openxmlformats.org/drawingml/2006/main" w="0">
            <a:noFill/>
          </a:ln>
        </p:spPr>
      </p:sp>
      <p:sp>
        <p:nvSpPr>
          <p:cNvPr id="15" name="text-5-0">
            <a:extLst xmlns:a="http://schemas.openxmlformats.org/drawingml/2006/main">
              <a:ext uri="{FF2B5EF4-FFF2-40B4-BE49-F238E27FC236}">
                <a16:creationId xmlns:a16="http://schemas.microsoft.com/office/drawing/2014/main" id="{1804CFEE-A1FE-45CD-AF45-90E25D7DE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61" y="790575"/>
            <a:ext cx="642844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rPr>
              <a:t>点位填写：规则自动化并保持一致</a:t>
            </a:r>
          </a:p>
        </p:txBody>
      </p:sp>
      <p:sp>
        <p:nvSpPr>
          <p:cNvPr id="16" name="text-5-1">
            <a:extLst xmlns:a="http://schemas.openxmlformats.org/drawingml/2006/main">
              <a:ext uri="{FF2B5EF4-FFF2-40B4-BE49-F238E27FC236}">
                <a16:creationId xmlns:a16="http://schemas.microsoft.com/office/drawing/2014/main" id="{376046CD-B2AD-40FA-9A5E-8F3BDBEA4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61" y="1373386"/>
            <a:ext cx="6694331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8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8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8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8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8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8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8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8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8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设备部位、信号类型、程序名称和 PLC 地址共同决定最终表达式。</a:t>
            </a:r>
          </a:p>
        </p:txBody>
      </p:sp>
      <p:sp>
        <p:nvSpPr>
          <p:cNvPr id="17" name="text-5-2">
            <a:extLst xmlns:a="http://schemas.openxmlformats.org/drawingml/2006/main">
              <a:ext uri="{FF2B5EF4-FFF2-40B4-BE49-F238E27FC236}">
                <a16:creationId xmlns:a16="http://schemas.microsoft.com/office/drawing/2014/main" id="{39C49606-7BE7-4A3B-B109-C05C6BC11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099" y="2183011"/>
            <a:ext cx="101891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rPr>
              <a:t>信号类型</a:t>
            </a:r>
          </a:p>
        </p:txBody>
      </p:sp>
      <p:sp>
        <p:nvSpPr>
          <p:cNvPr id="18" name="text-5-3">
            <a:extLst xmlns:a="http://schemas.openxmlformats.org/drawingml/2006/main">
              <a:ext uri="{FF2B5EF4-FFF2-40B4-BE49-F238E27FC236}">
                <a16:creationId xmlns:a16="http://schemas.microsoft.com/office/drawing/2014/main" id="{A6C57150-F155-4802-A4CB-EA9E5C1C8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099" y="2654498"/>
            <a:ext cx="1066522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按 DI / DO 筛选</a:t>
            </a:r>
          </a:p>
        </p:txBody>
      </p:sp>
      <p:sp>
        <p:nvSpPr>
          <p:cNvPr id="19" name="text-5-4">
            <a:extLst xmlns:a="http://schemas.openxmlformats.org/drawingml/2006/main">
              <a:ext uri="{FF2B5EF4-FFF2-40B4-BE49-F238E27FC236}">
                <a16:creationId xmlns:a16="http://schemas.microsoft.com/office/drawing/2014/main" id="{7ADBC78E-A0C2-4D1F-BC9A-E938A62E8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099" y="2954536"/>
            <a:ext cx="145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匹配部位与后缀</a:t>
            </a:r>
          </a:p>
        </p:txBody>
      </p:sp>
      <p:sp>
        <p:nvSpPr>
          <p:cNvPr id="20" name="text-5-5">
            <a:extLst xmlns:a="http://schemas.openxmlformats.org/drawingml/2006/main">
              <a:ext uri="{FF2B5EF4-FFF2-40B4-BE49-F238E27FC236}">
                <a16:creationId xmlns:a16="http://schemas.microsoft.com/office/drawing/2014/main" id="{05DC9EA0-6BD7-438F-8477-B7A27DDBF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3351" y="2504480"/>
            <a:ext cx="333288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100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100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100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100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100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100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100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100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100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1" name="text-5-6">
            <a:extLst xmlns:a="http://schemas.openxmlformats.org/drawingml/2006/main">
              <a:ext uri="{FF2B5EF4-FFF2-40B4-BE49-F238E27FC236}">
                <a16:creationId xmlns:a16="http://schemas.microsoft.com/office/drawing/2014/main" id="{46D2856D-93FB-4728-B30A-1A92E2395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8045" y="2183011"/>
            <a:ext cx="1755566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rPr>
              <a:t>变量名与点位</a:t>
            </a:r>
          </a:p>
        </p:txBody>
      </p:sp>
      <p:sp>
        <p:nvSpPr>
          <p:cNvPr id="22" name="text-5-7">
            <a:extLst xmlns:a="http://schemas.openxmlformats.org/drawingml/2006/main">
              <a:ext uri="{FF2B5EF4-FFF2-40B4-BE49-F238E27FC236}">
                <a16:creationId xmlns:a16="http://schemas.microsoft.com/office/drawing/2014/main" id="{7CD5EB91-C78C-4C40-9CE5-C3365790D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8045" y="2654498"/>
            <a:ext cx="1117259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程序名_设备点位</a:t>
            </a:r>
          </a:p>
        </p:txBody>
      </p:sp>
      <p:sp>
        <p:nvSpPr>
          <p:cNvPr id="23" name="text-5-8">
            <a:extLst xmlns:a="http://schemas.openxmlformats.org/drawingml/2006/main">
              <a:ext uri="{FF2B5EF4-FFF2-40B4-BE49-F238E27FC236}">
                <a16:creationId xmlns:a16="http://schemas.microsoft.com/office/drawing/2014/main" id="{4CCA508D-082E-4996-BE9D-9B07DEE81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8045" y="2964061"/>
            <a:ext cx="1323184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7348B"/>
                </a:solidFill>
                <a:latin typeface="Consolas"/>
                <a:ea typeface="Consolas"/>
                <a:cs typeface="Consolas"/>
              </a:defRPr>
            </a:defPPr>
            <a:lvl1pPr>
              <a:buNone/>
              <a:defRPr sz="1500" b="0">
                <a:solidFill>
                  <a:srgbClr val="27348B"/>
                </a:solidFill>
                <a:latin typeface="Consolas"/>
                <a:ea typeface="Consolas"/>
                <a:cs typeface="Consolas"/>
              </a:defRPr>
            </a:lvl1pPr>
            <a:lvl2pPr>
              <a:buNone/>
              <a:defRPr sz="1500" b="0">
                <a:solidFill>
                  <a:srgbClr val="27348B"/>
                </a:solidFill>
                <a:latin typeface="Consolas"/>
                <a:ea typeface="Consolas"/>
                <a:cs typeface="Consolas"/>
              </a:defRPr>
            </a:lvl2pPr>
            <a:lvl3pPr>
              <a:buNone/>
              <a:defRPr sz="1500" b="0">
                <a:solidFill>
                  <a:srgbClr val="27348B"/>
                </a:solidFill>
                <a:latin typeface="Consolas"/>
                <a:ea typeface="Consolas"/>
                <a:cs typeface="Consolas"/>
              </a:defRPr>
            </a:lvl3pPr>
            <a:lvl4pPr>
              <a:buNone/>
              <a:defRPr sz="1500" b="0">
                <a:solidFill>
                  <a:srgbClr val="27348B"/>
                </a:solidFill>
                <a:latin typeface="Consolas"/>
                <a:ea typeface="Consolas"/>
                <a:cs typeface="Consolas"/>
              </a:defRPr>
            </a:lvl4pPr>
            <a:lvl5pPr>
              <a:buNone/>
              <a:defRPr sz="1500" b="0">
                <a:solidFill>
                  <a:srgbClr val="27348B"/>
                </a:solidFill>
                <a:latin typeface="Consolas"/>
                <a:ea typeface="Consolas"/>
                <a:cs typeface="Consolas"/>
              </a:defRPr>
            </a:lvl5pPr>
            <a:lvl6pPr>
              <a:buNone/>
              <a:defRPr sz="1500" b="0">
                <a:solidFill>
                  <a:srgbClr val="27348B"/>
                </a:solidFill>
                <a:latin typeface="Consolas"/>
                <a:ea typeface="Consolas"/>
                <a:cs typeface="Consolas"/>
              </a:defRPr>
            </a:lvl6pPr>
            <a:lvl7pPr>
              <a:buNone/>
              <a:defRPr sz="1500" b="0">
                <a:solidFill>
                  <a:srgbClr val="27348B"/>
                </a:solidFill>
                <a:latin typeface="Consolas"/>
                <a:ea typeface="Consolas"/>
                <a:cs typeface="Consolas"/>
              </a:defRPr>
            </a:lvl7pPr>
            <a:lvl8pPr>
              <a:buNone/>
              <a:defRPr sz="1500" b="0">
                <a:solidFill>
                  <a:srgbClr val="27348B"/>
                </a:solidFill>
                <a:latin typeface="Consolas"/>
                <a:ea typeface="Consolas"/>
                <a:cs typeface="Consolas"/>
              </a:defRPr>
            </a:lvl8pPr>
            <a:lvl9pPr>
              <a:buNone/>
              <a:defRPr sz="1500" b="0">
                <a:solidFill>
                  <a:srgbClr val="27348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27348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27348B"/>
                </a:solidFill>
                <a:latin typeface="Consolas"/>
                <a:ea typeface="Consolas"/>
                <a:cs typeface="Consolas"/>
              </a:rPr>
              <a:t>G6 → G00006</a:t>
            </a:r>
          </a:p>
        </p:txBody>
      </p:sp>
      <p:sp>
        <p:nvSpPr>
          <p:cNvPr id="24" name="text-5-9">
            <a:extLst xmlns:a="http://schemas.openxmlformats.org/drawingml/2006/main">
              <a:ext uri="{FF2B5EF4-FFF2-40B4-BE49-F238E27FC236}">
                <a16:creationId xmlns:a16="http://schemas.microsoft.com/office/drawing/2014/main" id="{85B53663-8B3A-4C72-927F-432F3E1A4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446" y="2504480"/>
            <a:ext cx="296537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100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100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100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100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100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100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100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100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100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rPr>
              <a:t>↔</a:t>
            </a:r>
          </a:p>
        </p:txBody>
      </p:sp>
      <p:sp>
        <p:nvSpPr>
          <p:cNvPr id="25" name="text-5-10">
            <a:extLst xmlns:a="http://schemas.openxmlformats.org/drawingml/2006/main">
              <a:ext uri="{FF2B5EF4-FFF2-40B4-BE49-F238E27FC236}">
                <a16:creationId xmlns:a16="http://schemas.microsoft.com/office/drawing/2014/main" id="{DFD75DB0-1392-4DF7-9C60-AECB2DC31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3388" y="2183011"/>
            <a:ext cx="139028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rPr>
              <a:t>PLC 表达式</a:t>
            </a:r>
          </a:p>
        </p:txBody>
      </p:sp>
      <p:sp>
        <p:nvSpPr>
          <p:cNvPr id="26" name="text-5-11">
            <a:extLst xmlns:a="http://schemas.openxmlformats.org/drawingml/2006/main">
              <a:ext uri="{FF2B5EF4-FFF2-40B4-BE49-F238E27FC236}">
                <a16:creationId xmlns:a16="http://schemas.microsoft.com/office/drawing/2014/main" id="{F7A24504-7F1F-44C7-B5D5-BECD4E30A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3388" y="2654498"/>
            <a:ext cx="151720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输入/输出规则</a:t>
            </a:r>
          </a:p>
        </p:txBody>
      </p:sp>
      <p:sp>
        <p:nvSpPr>
          <p:cNvPr id="27" name="text-5-12">
            <a:extLst xmlns:a="http://schemas.openxmlformats.org/drawingml/2006/main">
              <a:ext uri="{FF2B5EF4-FFF2-40B4-BE49-F238E27FC236}">
                <a16:creationId xmlns:a16="http://schemas.microsoft.com/office/drawing/2014/main" id="{E3DD38BD-1F46-4B60-B584-689366411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3388" y="2964061"/>
            <a:ext cx="1427932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7348B"/>
                </a:solidFill>
                <a:latin typeface="Consolas"/>
                <a:ea typeface="Consolas"/>
                <a:cs typeface="Consolas"/>
              </a:defRPr>
            </a:defPPr>
            <a:lvl1pPr>
              <a:buNone/>
              <a:defRPr sz="1500" b="0">
                <a:solidFill>
                  <a:srgbClr val="27348B"/>
                </a:solidFill>
                <a:latin typeface="Consolas"/>
                <a:ea typeface="Consolas"/>
                <a:cs typeface="Consolas"/>
              </a:defRPr>
            </a:lvl1pPr>
            <a:lvl2pPr>
              <a:buNone/>
              <a:defRPr sz="1500" b="0">
                <a:solidFill>
                  <a:srgbClr val="27348B"/>
                </a:solidFill>
                <a:latin typeface="Consolas"/>
                <a:ea typeface="Consolas"/>
                <a:cs typeface="Consolas"/>
              </a:defRPr>
            </a:lvl2pPr>
            <a:lvl3pPr>
              <a:buNone/>
              <a:defRPr sz="1500" b="0">
                <a:solidFill>
                  <a:srgbClr val="27348B"/>
                </a:solidFill>
                <a:latin typeface="Consolas"/>
                <a:ea typeface="Consolas"/>
                <a:cs typeface="Consolas"/>
              </a:defRPr>
            </a:lvl3pPr>
            <a:lvl4pPr>
              <a:buNone/>
              <a:defRPr sz="1500" b="0">
                <a:solidFill>
                  <a:srgbClr val="27348B"/>
                </a:solidFill>
                <a:latin typeface="Consolas"/>
                <a:ea typeface="Consolas"/>
                <a:cs typeface="Consolas"/>
              </a:defRPr>
            </a:lvl4pPr>
            <a:lvl5pPr>
              <a:buNone/>
              <a:defRPr sz="1500" b="0">
                <a:solidFill>
                  <a:srgbClr val="27348B"/>
                </a:solidFill>
                <a:latin typeface="Consolas"/>
                <a:ea typeface="Consolas"/>
                <a:cs typeface="Consolas"/>
              </a:defRPr>
            </a:lvl5pPr>
            <a:lvl6pPr>
              <a:buNone/>
              <a:defRPr sz="1500" b="0">
                <a:solidFill>
                  <a:srgbClr val="27348B"/>
                </a:solidFill>
                <a:latin typeface="Consolas"/>
                <a:ea typeface="Consolas"/>
                <a:cs typeface="Consolas"/>
              </a:defRPr>
            </a:lvl6pPr>
            <a:lvl7pPr>
              <a:buNone/>
              <a:defRPr sz="1500" b="0">
                <a:solidFill>
                  <a:srgbClr val="27348B"/>
                </a:solidFill>
                <a:latin typeface="Consolas"/>
                <a:ea typeface="Consolas"/>
                <a:cs typeface="Consolas"/>
              </a:defRPr>
            </a:lvl7pPr>
            <a:lvl8pPr>
              <a:buNone/>
              <a:defRPr sz="1500" b="0">
                <a:solidFill>
                  <a:srgbClr val="27348B"/>
                </a:solidFill>
                <a:latin typeface="Consolas"/>
                <a:ea typeface="Consolas"/>
                <a:cs typeface="Consolas"/>
              </a:defRPr>
            </a:lvl8pPr>
            <a:lvl9pPr>
              <a:buNone/>
              <a:defRPr sz="1500" b="0">
                <a:solidFill>
                  <a:srgbClr val="27348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27348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27348B"/>
                </a:solidFill>
                <a:latin typeface="Consolas"/>
                <a:ea typeface="Consolas"/>
                <a:cs typeface="Consolas"/>
              </a:rPr>
              <a:t>Q 地址映射为 O</a:t>
            </a:r>
          </a:p>
        </p:txBody>
      </p:sp>
      <p:sp>
        <p:nvSpPr>
          <p:cNvPr id="28" name="text-5-13">
            <a:extLst xmlns:a="http://schemas.openxmlformats.org/drawingml/2006/main">
              <a:ext uri="{FF2B5EF4-FFF2-40B4-BE49-F238E27FC236}">
                <a16:creationId xmlns:a16="http://schemas.microsoft.com/office/drawing/2014/main" id="{E12757BA-6997-434B-B88A-080EC34E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392" y="6348413"/>
            <a:ext cx="2801257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rPr>
              <a:t>现场设备点位管理系统 · 项目开发总结</a:t>
            </a:r>
          </a:p>
        </p:txBody>
      </p:sp>
      <p:sp>
        <p:nvSpPr>
          <p:cNvPr id="29" name="text-5-14">
            <a:extLst xmlns:a="http://schemas.openxmlformats.org/drawingml/2006/main">
              <a:ext uri="{FF2B5EF4-FFF2-40B4-BE49-F238E27FC236}">
                <a16:creationId xmlns:a16="http://schemas.microsoft.com/office/drawing/2014/main" id="{BCCE14DE-D5C6-4E17-B59A-F68201CC1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8262" y="6348413"/>
            <a:ext cx="290139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651901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BEF16B-9DCA-43E3-9044-D9602F8912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44cddcc8ca4ce9"/>
          <a:stretch xmlns:a="http://schemas.openxmlformats.org/drawingml/2006/main"/>
        </p:blipFill>
        <p:spPr>
          <a:xfrm xmlns:a="http://schemas.openxmlformats.org/drawingml/2006/main">
            <a:off x="0" y="79"/>
            <a:ext cx="12188825" cy="609441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D7D733-7340-4A3B-826F-98A2701BB2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89b5c6c508494c"/>
          <a:stretch xmlns:a="http://schemas.openxmlformats.org/drawingml/2006/main"/>
        </p:blipFill>
        <p:spPr>
          <a:xfrm xmlns:a="http://schemas.openxmlformats.org/drawingml/2006/main" flipH="0" flipV="0">
            <a:off x="1126628" y="1363861"/>
            <a:ext cx="5181600" cy="3238500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2C79BF-BA95-483F-B5D8-610A41E094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75fc683d104401"/>
          <a:stretch xmlns:a="http://schemas.openxmlformats.org/drawingml/2006/main"/>
        </p:blipFill>
        <p:spPr>
          <a:xfrm xmlns:a="http://schemas.openxmlformats.org/drawingml/2006/main">
            <a:off x="573308" y="6276975"/>
            <a:ext cx="643618" cy="409575"/>
          </a:xfrm>
          <a:prstGeom xmlns:a="http://schemas.openxmlformats.org/drawingml/2006/main" prst="rect">
            <a:avLst/>
          </a:prstGeom>
        </p:spPr>
      </p:pic>
      <p:sp>
        <p:nvSpPr>
          <p:cNvPr id="4" name="structure-6-0">
            <a:extLst xmlns:a="http://schemas.openxmlformats.org/drawingml/2006/main">
              <a:ext uri="{FF2B5EF4-FFF2-40B4-BE49-F238E27FC236}">
                <a16:creationId xmlns:a16="http://schemas.microsoft.com/office/drawing/2014/main" id="{CD947849-7C52-4899-9787-9943A50C7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61" y="5177582"/>
            <a:ext cx="1112230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ructure-6-1">
            <a:extLst xmlns:a="http://schemas.openxmlformats.org/drawingml/2006/main">
              <a:ext uri="{FF2B5EF4-FFF2-40B4-BE49-F238E27FC236}">
                <a16:creationId xmlns:a16="http://schemas.microsoft.com/office/drawing/2014/main" id="{82C9FE54-0E04-4BCA-B149-DB79E922B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61" y="6172200"/>
            <a:ext cx="11198483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6-0">
            <a:extLst xmlns:a="http://schemas.openxmlformats.org/drawingml/2006/main">
              <a:ext uri="{FF2B5EF4-FFF2-40B4-BE49-F238E27FC236}">
                <a16:creationId xmlns:a16="http://schemas.microsoft.com/office/drawing/2014/main" id="{45FD93CC-6461-4C22-A2AE-48B4D6766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61" y="790575"/>
            <a:ext cx="524690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rPr>
              <a:t>模块创建：自动继承项目结构</a:t>
            </a:r>
          </a:p>
        </p:txBody>
      </p:sp>
      <p:sp>
        <p:nvSpPr>
          <p:cNvPr id="7" name="text-6-1">
            <a:extLst xmlns:a="http://schemas.openxmlformats.org/drawingml/2006/main">
              <a:ext uri="{FF2B5EF4-FFF2-40B4-BE49-F238E27FC236}">
                <a16:creationId xmlns:a16="http://schemas.microsoft.com/office/drawing/2014/main" id="{EC33A158-B399-42C7-B9D0-A3F7BAB20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61" y="4707136"/>
            <a:ext cx="3705004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rPr>
              <a:t>控制柜总览 · 按柜查看模块与点位统计</a:t>
            </a:r>
          </a:p>
        </p:txBody>
      </p:sp>
      <p:sp>
        <p:nvSpPr>
          <p:cNvPr id="8" name="text-6-2">
            <a:extLst xmlns:a="http://schemas.openxmlformats.org/drawingml/2006/main">
              <a:ext uri="{FF2B5EF4-FFF2-40B4-BE49-F238E27FC236}">
                <a16:creationId xmlns:a16="http://schemas.microsoft.com/office/drawing/2014/main" id="{C6203090-0662-415D-96F1-46031AAC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3451" y="1382911"/>
            <a:ext cx="1552171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950" b="0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950" b="0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950" b="0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950" b="0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950" b="0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950" b="0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950" b="0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950" b="0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950" b="0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rPr>
              <a:t>创建时自动关联</a:t>
            </a:r>
          </a:p>
        </p:txBody>
      </p:sp>
      <p:sp>
        <p:nvSpPr>
          <p:cNvPr id="9" name="text-6-3">
            <a:extLst xmlns:a="http://schemas.openxmlformats.org/drawingml/2006/main">
              <a:ext uri="{FF2B5EF4-FFF2-40B4-BE49-F238E27FC236}">
                <a16:creationId xmlns:a16="http://schemas.microsoft.com/office/drawing/2014/main" id="{3D029881-0F09-4EFB-88FA-A1D5EF360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61" y="5339507"/>
            <a:ext cx="10339671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rPr>
              <a:t>访客也可增删模块与点位；基础配置在用户进入时要求登录。模块号按柜校验唯一，避免重复创建。</a:t>
            </a:r>
          </a:p>
        </p:txBody>
      </p:sp>
      <p:sp>
        <p:nvSpPr>
          <p:cNvPr id="10" name="text-6-4">
            <a:extLst xmlns:a="http://schemas.openxmlformats.org/drawingml/2006/main">
              <a:ext uri="{FF2B5EF4-FFF2-40B4-BE49-F238E27FC236}">
                <a16:creationId xmlns:a16="http://schemas.microsoft.com/office/drawing/2014/main" id="{05882952-A7DF-4D44-839A-F2F7FCD4D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392" y="6348413"/>
            <a:ext cx="2801257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rPr>
              <a:t>现场设备点位管理系统 · 项目开发总结</a:t>
            </a:r>
          </a:p>
        </p:txBody>
      </p:sp>
      <p:sp>
        <p:nvSpPr>
          <p:cNvPr id="11" name="text-6-5">
            <a:extLst xmlns:a="http://schemas.openxmlformats.org/drawingml/2006/main">
              <a:ext uri="{FF2B5EF4-FFF2-40B4-BE49-F238E27FC236}">
                <a16:creationId xmlns:a16="http://schemas.microsoft.com/office/drawing/2014/main" id="{6C1E9C44-D0CC-46F0-B3A2-EB1BEC1D6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8262" y="6348413"/>
            <a:ext cx="290139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12" name="bullet-6-0">
            <a:extLst xmlns:a="http://schemas.openxmlformats.org/drawingml/2006/main">
              <a:ext uri="{FF2B5EF4-FFF2-40B4-BE49-F238E27FC236}">
                <a16:creationId xmlns:a16="http://schemas.microsoft.com/office/drawing/2014/main" id="{F715F99C-6DF1-4274-BBEF-4397F15FD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1541" y="1915269"/>
            <a:ext cx="4354023" cy="431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8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8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8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8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8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8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8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8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8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09550" indent="-127000">
              <a:lnSpc>
                <a:spcPct val="125000"/>
              </a:lnSpc>
              <a:spcAft>
                <a:spcPts val="0"/>
              </a:spcAft>
              <a:buNone/>
              <a:defRPr sz="18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rPr>
              <a:t>项目与柜号自动预选</a:t>
            </a:r>
          </a:p>
        </p:txBody>
      </p:sp>
      <p:sp>
        <p:nvSpPr>
          <p:cNvPr id="13" name="bullet-6-1">
            <a:extLst xmlns:a="http://schemas.openxmlformats.org/drawingml/2006/main">
              <a:ext uri="{FF2B5EF4-FFF2-40B4-BE49-F238E27FC236}">
                <a16:creationId xmlns:a16="http://schemas.microsoft.com/office/drawing/2014/main" id="{6BAFF4B3-A024-426D-BE8F-F82787A51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1541" y="2432000"/>
            <a:ext cx="4354023" cy="431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8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8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8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8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8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8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8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8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8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09550" indent="-127000">
              <a:lnSpc>
                <a:spcPct val="125000"/>
              </a:lnSpc>
              <a:spcAft>
                <a:spcPts val="0"/>
              </a:spcAft>
              <a:buNone/>
              <a:defRPr sz="18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rPr>
              <a:t>主柜与分柜号按结构带入</a:t>
            </a:r>
          </a:p>
        </p:txBody>
      </p:sp>
      <p:sp>
        <p:nvSpPr>
          <p:cNvPr id="14" name="bullet-6-2">
            <a:extLst xmlns:a="http://schemas.openxmlformats.org/drawingml/2006/main">
              <a:ext uri="{FF2B5EF4-FFF2-40B4-BE49-F238E27FC236}">
                <a16:creationId xmlns:a16="http://schemas.microsoft.com/office/drawing/2014/main" id="{F34AC87C-2416-41D5-A646-8614E09F7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1541" y="2948732"/>
            <a:ext cx="4354023" cy="431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8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8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8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8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8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8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8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8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8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09550" indent="-127000">
              <a:lnSpc>
                <a:spcPct val="125000"/>
              </a:lnSpc>
              <a:spcAft>
                <a:spcPts val="0"/>
              </a:spcAft>
              <a:buNone/>
              <a:defRPr sz="18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rPr>
              <a:t>模块类型决定 DI / DO</a:t>
            </a:r>
          </a:p>
        </p:txBody>
      </p:sp>
      <p:sp>
        <p:nvSpPr>
          <p:cNvPr id="15" name="bullet-6-3">
            <a:extLst xmlns:a="http://schemas.openxmlformats.org/drawingml/2006/main">
              <a:ext uri="{FF2B5EF4-FFF2-40B4-BE49-F238E27FC236}">
                <a16:creationId xmlns:a16="http://schemas.microsoft.com/office/drawing/2014/main" id="{31872FBD-4AD2-4909-8BBB-10F32B9AA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1541" y="3465463"/>
            <a:ext cx="4354023" cy="431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8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8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8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8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8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8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8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8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8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09550" indent="-127000">
              <a:lnSpc>
                <a:spcPct val="125000"/>
              </a:lnSpc>
              <a:spcAft>
                <a:spcPts val="0"/>
              </a:spcAft>
              <a:buNone/>
              <a:defRPr sz="18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rPr>
              <a:t>柜内模块号不可重复</a:t>
            </a:r>
          </a:p>
        </p:txBody>
      </p:sp>
      <p:sp>
        <p:nvSpPr>
          <p:cNvPr id="16" name="bullet-6-4">
            <a:extLst xmlns:a="http://schemas.openxmlformats.org/drawingml/2006/main">
              <a:ext uri="{FF2B5EF4-FFF2-40B4-BE49-F238E27FC236}">
                <a16:creationId xmlns:a16="http://schemas.microsoft.com/office/drawing/2014/main" id="{2F38CCEE-9C72-4229-BA73-C349BE40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1541" y="3982194"/>
            <a:ext cx="4354023" cy="431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8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8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8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8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8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8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8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8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8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09550" indent="-127000">
              <a:lnSpc>
                <a:spcPct val="125000"/>
              </a:lnSpc>
              <a:spcAft>
                <a:spcPts val="0"/>
              </a:spcAft>
              <a:buNone/>
              <a:defRPr sz="18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rPr>
              <a:t>柜卡分别统计 DI / DO</a:t>
            </a:r>
          </a:p>
        </p:txBody>
      </p:sp>
      <p:sp>
        <p:nvSpPr>
          <p:cNvPr id="17" name="bullet-6-5">
            <a:extLst xmlns:a="http://schemas.openxmlformats.org/drawingml/2006/main">
              <a:ext uri="{FF2B5EF4-FFF2-40B4-BE49-F238E27FC236}">
                <a16:creationId xmlns:a16="http://schemas.microsoft.com/office/drawing/2014/main" id="{4C6F6CF4-E7B9-4D06-8D23-BC500980D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1541" y="4498925"/>
            <a:ext cx="4354023" cy="431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8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8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8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8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8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8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8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8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8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09550" indent="-127000">
              <a:lnSpc>
                <a:spcPct val="125000"/>
              </a:lnSpc>
              <a:spcAft>
                <a:spcPts val="0"/>
              </a:spcAft>
              <a:buNone/>
              <a:defRPr sz="18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rPr>
              <a:t>点位已用与空余分别汇总</a:t>
            </a:r>
          </a:p>
        </p:txBody>
      </p:sp>
    </p:spTree>
    <p:extLst>
      <p:ext uri="{BB962C8B-B14F-4D97-AF65-F5344CB8AC3E}">
        <p14:creationId xmlns:p14="http://schemas.microsoft.com/office/powerpoint/2010/main" val="20911244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1D7CC04-D53A-49B3-BB51-4B7B92FB75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32031551f54dc8"/>
          <a:stretch xmlns:a="http://schemas.openxmlformats.org/drawingml/2006/main"/>
        </p:blipFill>
        <p:spPr>
          <a:xfrm xmlns:a="http://schemas.openxmlformats.org/drawingml/2006/main">
            <a:off x="0" y="79"/>
            <a:ext cx="12188825" cy="609441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59D3C6-8688-46FA-BDC8-42F4A93492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b259657c5d48df"/>
          <a:stretch xmlns:a="http://schemas.openxmlformats.org/drawingml/2006/main"/>
        </p:blipFill>
        <p:spPr>
          <a:xfrm xmlns:a="http://schemas.openxmlformats.org/drawingml/2006/main" flipH="0" flipV="0">
            <a:off x="1126628" y="1363861"/>
            <a:ext cx="5181600" cy="3238500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87A5D4-F481-49C1-B838-1508B8DAE1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b2ef01b74b43c8"/>
          <a:stretch xmlns:a="http://schemas.openxmlformats.org/drawingml/2006/main"/>
        </p:blipFill>
        <p:spPr>
          <a:xfrm xmlns:a="http://schemas.openxmlformats.org/drawingml/2006/main">
            <a:off x="573308" y="6276975"/>
            <a:ext cx="643618" cy="409575"/>
          </a:xfrm>
          <a:prstGeom xmlns:a="http://schemas.openxmlformats.org/drawingml/2006/main" prst="rect">
            <a:avLst/>
          </a:prstGeom>
        </p:spPr>
      </p:pic>
      <p:sp>
        <p:nvSpPr>
          <p:cNvPr id="4" name="structure-7-0">
            <a:extLst xmlns:a="http://schemas.openxmlformats.org/drawingml/2006/main">
              <a:ext uri="{FF2B5EF4-FFF2-40B4-BE49-F238E27FC236}">
                <a16:creationId xmlns:a16="http://schemas.microsoft.com/office/drawing/2014/main" id="{FAB2A401-EC43-48BF-8991-B912BA21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3451" y="2843957"/>
            <a:ext cx="439211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ructure-7-1">
            <a:extLst xmlns:a="http://schemas.openxmlformats.org/drawingml/2006/main">
              <a:ext uri="{FF2B5EF4-FFF2-40B4-BE49-F238E27FC236}">
                <a16:creationId xmlns:a16="http://schemas.microsoft.com/office/drawing/2014/main" id="{09ADF9B7-C0A2-49C6-BBFA-9634F9C3A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61" y="5116711"/>
            <a:ext cx="128554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1ACBD"/>
            </a:solidFill>
            <a:prstDash val="solid"/>
          </a:ln>
        </p:spPr>
      </p:sp>
      <p:sp>
        <p:nvSpPr>
          <p:cNvPr id="6" name="structure-7-2">
            <a:extLst xmlns:a="http://schemas.openxmlformats.org/drawingml/2006/main">
              <a:ext uri="{FF2B5EF4-FFF2-40B4-BE49-F238E27FC236}">
                <a16:creationId xmlns:a16="http://schemas.microsoft.com/office/drawing/2014/main" id="{78482CFF-EED4-4D21-B66F-89717FB1B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61" y="5116711"/>
            <a:ext cx="128554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AC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ructure-7-3">
            <a:extLst xmlns:a="http://schemas.openxmlformats.org/drawingml/2006/main">
              <a:ext uri="{FF2B5EF4-FFF2-40B4-BE49-F238E27FC236}">
                <a16:creationId xmlns:a16="http://schemas.microsoft.com/office/drawing/2014/main" id="{269AC842-0E4F-462D-B643-011421237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61" y="5602486"/>
            <a:ext cx="128554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AC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ructure-7-4">
            <a:extLst xmlns:a="http://schemas.openxmlformats.org/drawingml/2006/main">
              <a:ext uri="{FF2B5EF4-FFF2-40B4-BE49-F238E27FC236}">
                <a16:creationId xmlns:a16="http://schemas.microsoft.com/office/drawing/2014/main" id="{AE7D114B-714B-48C5-AF65-F97096894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279" y="5116711"/>
            <a:ext cx="9523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AC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ructure-7-5">
            <a:extLst xmlns:a="http://schemas.openxmlformats.org/drawingml/2006/main">
              <a:ext uri="{FF2B5EF4-FFF2-40B4-BE49-F238E27FC236}">
                <a16:creationId xmlns:a16="http://schemas.microsoft.com/office/drawing/2014/main" id="{E8103F3D-9BAB-42D8-8B0E-C74E4334C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207" y="5116711"/>
            <a:ext cx="128554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A34E"/>
          </a:solidFill>
          <a:ln xmlns:a="http://schemas.openxmlformats.org/drawingml/2006/main" w="9525">
            <a:solidFill>
              <a:srgbClr val="A1ACBD"/>
            </a:solidFill>
            <a:prstDash val="solid"/>
          </a:ln>
        </p:spPr>
      </p:sp>
      <p:sp>
        <p:nvSpPr>
          <p:cNvPr id="10" name="structure-7-6">
            <a:extLst xmlns:a="http://schemas.openxmlformats.org/drawingml/2006/main">
              <a:ext uri="{FF2B5EF4-FFF2-40B4-BE49-F238E27FC236}">
                <a16:creationId xmlns:a16="http://schemas.microsoft.com/office/drawing/2014/main" id="{221C2CC7-B84A-4AE5-9BAA-9930D3685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207" y="5116711"/>
            <a:ext cx="128554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AC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ructure-7-7">
            <a:extLst xmlns:a="http://schemas.openxmlformats.org/drawingml/2006/main">
              <a:ext uri="{FF2B5EF4-FFF2-40B4-BE49-F238E27FC236}">
                <a16:creationId xmlns:a16="http://schemas.microsoft.com/office/drawing/2014/main" id="{30BFA2DA-BBC5-4DD5-A245-1EDFA5D60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207" y="5602486"/>
            <a:ext cx="128554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AC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ructure-7-8">
            <a:extLst xmlns:a="http://schemas.openxmlformats.org/drawingml/2006/main">
              <a:ext uri="{FF2B5EF4-FFF2-40B4-BE49-F238E27FC236}">
                <a16:creationId xmlns:a16="http://schemas.microsoft.com/office/drawing/2014/main" id="{91C7252F-0356-4C68-9F25-FF7704F91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6224" y="5116711"/>
            <a:ext cx="9523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AC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ructure-7-9">
            <a:extLst xmlns:a="http://schemas.openxmlformats.org/drawingml/2006/main">
              <a:ext uri="{FF2B5EF4-FFF2-40B4-BE49-F238E27FC236}">
                <a16:creationId xmlns:a16="http://schemas.microsoft.com/office/drawing/2014/main" id="{9C715ED0-D947-49C0-A38E-1244B1854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152" y="5116711"/>
            <a:ext cx="1352198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5D65"/>
          </a:solidFill>
          <a:ln xmlns:a="http://schemas.openxmlformats.org/drawingml/2006/main" w="9525">
            <a:solidFill>
              <a:srgbClr val="A1ACBD"/>
            </a:solidFill>
            <a:prstDash val="solid"/>
          </a:ln>
        </p:spPr>
      </p:sp>
      <p:sp>
        <p:nvSpPr>
          <p:cNvPr id="14" name="structure-7-10">
            <a:extLst xmlns:a="http://schemas.openxmlformats.org/drawingml/2006/main">
              <a:ext uri="{FF2B5EF4-FFF2-40B4-BE49-F238E27FC236}">
                <a16:creationId xmlns:a16="http://schemas.microsoft.com/office/drawing/2014/main" id="{36E5D2D3-8E72-49E2-8181-D907DC762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152" y="5116711"/>
            <a:ext cx="135219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AC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ructure-7-11">
            <a:extLst xmlns:a="http://schemas.openxmlformats.org/drawingml/2006/main">
              <a:ext uri="{FF2B5EF4-FFF2-40B4-BE49-F238E27FC236}">
                <a16:creationId xmlns:a16="http://schemas.microsoft.com/office/drawing/2014/main" id="{06F7381D-5274-4C69-8EA8-F8188FF78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152" y="5602486"/>
            <a:ext cx="135219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AC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tructure-7-12">
            <a:extLst xmlns:a="http://schemas.openxmlformats.org/drawingml/2006/main">
              <a:ext uri="{FF2B5EF4-FFF2-40B4-BE49-F238E27FC236}">
                <a16:creationId xmlns:a16="http://schemas.microsoft.com/office/drawing/2014/main" id="{C8D766C4-6914-42B6-84AA-212967598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827" y="5116711"/>
            <a:ext cx="9523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AC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ructure-7-13">
            <a:extLst xmlns:a="http://schemas.openxmlformats.org/drawingml/2006/main">
              <a:ext uri="{FF2B5EF4-FFF2-40B4-BE49-F238E27FC236}">
                <a16:creationId xmlns:a16="http://schemas.microsoft.com/office/drawing/2014/main" id="{C0FDB955-7E48-435D-B103-61F5BDC3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0755" y="5305276"/>
            <a:ext cx="171405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446"/>
          </a:solidFill>
          <a:ln xmlns:a="http://schemas.openxmlformats.org/drawingml/2006/main" w="19050">
            <a:solidFill>
              <a:srgbClr val="218446"/>
            </a:solidFill>
            <a:prstDash val="solid"/>
          </a:ln>
        </p:spPr>
      </p:sp>
      <p:sp>
        <p:nvSpPr>
          <p:cNvPr id="18" name="structure-7-14">
            <a:extLst xmlns:a="http://schemas.openxmlformats.org/drawingml/2006/main">
              <a:ext uri="{FF2B5EF4-FFF2-40B4-BE49-F238E27FC236}">
                <a16:creationId xmlns:a16="http://schemas.microsoft.com/office/drawing/2014/main" id="{41248375-A47D-4A45-B037-7BE558136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7782" y="5305276"/>
            <a:ext cx="171405" cy="1714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18446"/>
            </a:solidFill>
            <a:prstDash val="solid"/>
          </a:ln>
        </p:spPr>
      </p:sp>
      <p:sp>
        <p:nvSpPr>
          <p:cNvPr id="19" name="structure-7-15">
            <a:extLst xmlns:a="http://schemas.openxmlformats.org/drawingml/2006/main">
              <a:ext uri="{FF2B5EF4-FFF2-40B4-BE49-F238E27FC236}">
                <a16:creationId xmlns:a16="http://schemas.microsoft.com/office/drawing/2014/main" id="{14FB00F4-843C-4F81-B702-DC69A4041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61" y="6172200"/>
            <a:ext cx="11198483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7-0">
            <a:extLst xmlns:a="http://schemas.openxmlformats.org/drawingml/2006/main">
              <a:ext uri="{FF2B5EF4-FFF2-40B4-BE49-F238E27FC236}">
                <a16:creationId xmlns:a16="http://schemas.microsoft.com/office/drawing/2014/main" id="{A6682BD1-6373-47B1-B971-3E1FAEA8B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61" y="790575"/>
            <a:ext cx="4923143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rPr>
              <a:t>点位编辑：窄屏也保持整表可读</a:t>
            </a:r>
          </a:p>
        </p:txBody>
      </p:sp>
      <p:sp>
        <p:nvSpPr>
          <p:cNvPr id="21" name="text-7-1">
            <a:extLst xmlns:a="http://schemas.openxmlformats.org/drawingml/2006/main">
              <a:ext uri="{FF2B5EF4-FFF2-40B4-BE49-F238E27FC236}">
                <a16:creationId xmlns:a16="http://schemas.microsoft.com/office/drawing/2014/main" id="{D3E7EF73-D73E-409C-8EEA-1941DF3F6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61" y="4707136"/>
            <a:ext cx="5909914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rPr>
              <a:t>点位编辑截图 · 横向滚动整表</a:t>
            </a:r>
          </a:p>
        </p:txBody>
      </p:sp>
      <p:sp>
        <p:nvSpPr>
          <p:cNvPr id="22" name="text-7-2">
            <a:extLst xmlns:a="http://schemas.openxmlformats.org/drawingml/2006/main">
              <a:ext uri="{FF2B5EF4-FFF2-40B4-BE49-F238E27FC236}">
                <a16:creationId xmlns:a16="http://schemas.microsoft.com/office/drawing/2014/main" id="{535DDA06-ADC7-458C-A9EE-804AA6DB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3451" y="1373386"/>
            <a:ext cx="105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950" b="0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950" b="0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950" b="0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950" b="0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950" b="0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950" b="0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950" b="0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950" b="0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950" b="0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rPr>
              <a:t>填写体验</a:t>
            </a:r>
          </a:p>
        </p:txBody>
      </p:sp>
      <p:sp>
        <p:nvSpPr>
          <p:cNvPr id="23" name="text-7-3">
            <a:extLst xmlns:a="http://schemas.openxmlformats.org/drawingml/2006/main">
              <a:ext uri="{FF2B5EF4-FFF2-40B4-BE49-F238E27FC236}">
                <a16:creationId xmlns:a16="http://schemas.microsoft.com/office/drawing/2014/main" id="{64DAD2D0-0B03-4A52-8B9C-026850A63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3451" y="1890564"/>
            <a:ext cx="4344054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rPr>
              <a:t>DI 模块只显示 DI 信号类型；DO 模块只显示 DO。</a:t>
            </a:r>
          </a:p>
        </p:txBody>
      </p:sp>
      <p:sp>
        <p:nvSpPr>
          <p:cNvPr id="24" name="text-7-4">
            <a:extLst xmlns:a="http://schemas.openxmlformats.org/drawingml/2006/main">
              <a:ext uri="{FF2B5EF4-FFF2-40B4-BE49-F238E27FC236}">
                <a16:creationId xmlns:a16="http://schemas.microsoft.com/office/drawing/2014/main" id="{EAE1FF2B-DB8E-4808-8585-5B1E2AFAC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3451" y="2372023"/>
            <a:ext cx="414423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rPr>
              <a:t>小写设备点位自动转成大写，未选信号生成 Spare 注释。</a:t>
            </a:r>
          </a:p>
        </p:txBody>
      </p:sp>
      <p:sp>
        <p:nvSpPr>
          <p:cNvPr id="25" name="text-7-5">
            <a:extLst xmlns:a="http://schemas.openxmlformats.org/drawingml/2006/main">
              <a:ext uri="{FF2B5EF4-FFF2-40B4-BE49-F238E27FC236}">
                <a16:creationId xmlns:a16="http://schemas.microsoft.com/office/drawing/2014/main" id="{8379AFE6-BF38-42D8-AC39-AFF79369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3451" y="3005882"/>
            <a:ext cx="4266089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rPr>
              <a:t>模块先在页面编辑，点击保存后一次性写入数据库。</a:t>
            </a:r>
          </a:p>
        </p:txBody>
      </p:sp>
      <p:sp>
        <p:nvSpPr>
          <p:cNvPr id="26" name="text-7-6">
            <a:extLst xmlns:a="http://schemas.openxmlformats.org/drawingml/2006/main">
              <a:ext uri="{FF2B5EF4-FFF2-40B4-BE49-F238E27FC236}">
                <a16:creationId xmlns:a16="http://schemas.microsoft.com/office/drawing/2014/main" id="{2B7B096C-386A-41A9-A880-B966B8F2D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3451" y="3315891"/>
            <a:ext cx="126649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7" name="text-7-7">
            <a:extLst xmlns:a="http://schemas.openxmlformats.org/drawingml/2006/main">
              <a:ext uri="{FF2B5EF4-FFF2-40B4-BE49-F238E27FC236}">
                <a16:creationId xmlns:a16="http://schemas.microsoft.com/office/drawing/2014/main" id="{8C11BF99-48D1-4AEA-8039-0859DC5A1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324" y="5211961"/>
            <a:ext cx="504694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72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72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72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72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72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72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72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72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72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rPr>
              <a:t>已用</a:t>
            </a:r>
          </a:p>
        </p:txBody>
      </p:sp>
      <p:sp>
        <p:nvSpPr>
          <p:cNvPr id="28" name="text-7-8">
            <a:extLst xmlns:a="http://schemas.openxmlformats.org/drawingml/2006/main">
              <a:ext uri="{FF2B5EF4-FFF2-40B4-BE49-F238E27FC236}">
                <a16:creationId xmlns:a16="http://schemas.microsoft.com/office/drawing/2014/main" id="{3EE005A6-1E58-4D6C-A3B8-170F33F7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270" y="5211961"/>
            <a:ext cx="504694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72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72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72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72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72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72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72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72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72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rPr>
              <a:t>备用</a:t>
            </a:r>
          </a:p>
        </p:txBody>
      </p:sp>
      <p:sp>
        <p:nvSpPr>
          <p:cNvPr id="29" name="text-7-9">
            <a:extLst xmlns:a="http://schemas.openxmlformats.org/drawingml/2006/main">
              <a:ext uri="{FF2B5EF4-FFF2-40B4-BE49-F238E27FC236}">
                <a16:creationId xmlns:a16="http://schemas.microsoft.com/office/drawing/2014/main" id="{3DF95EB6-D67E-486F-8600-BA1C13D9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215" y="5211961"/>
            <a:ext cx="942729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72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72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72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72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72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72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72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72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72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rPr>
              <a:t>生成</a:t>
            </a:r>
          </a:p>
        </p:txBody>
      </p:sp>
      <p:sp>
        <p:nvSpPr>
          <p:cNvPr id="30" name="text-7-10">
            <a:extLst xmlns:a="http://schemas.openxmlformats.org/drawingml/2006/main">
              <a:ext uri="{FF2B5EF4-FFF2-40B4-BE49-F238E27FC236}">
                <a16:creationId xmlns:a16="http://schemas.microsoft.com/office/drawing/2014/main" id="{5BDE19CB-3BFD-43C9-AC7E-0508F2CFF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8341" y="5211961"/>
            <a:ext cx="504694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72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72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72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72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72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72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72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72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72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31" name="text-7-11">
            <a:extLst xmlns:a="http://schemas.openxmlformats.org/drawingml/2006/main">
              <a:ext uri="{FF2B5EF4-FFF2-40B4-BE49-F238E27FC236}">
                <a16:creationId xmlns:a16="http://schemas.microsoft.com/office/drawing/2014/main" id="{468A8ABE-BF7D-45DB-99AE-EF298AE41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5367" y="5211961"/>
            <a:ext cx="504694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72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72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72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72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72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72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72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72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72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32" name="text-7-12">
            <a:extLst xmlns:a="http://schemas.openxmlformats.org/drawingml/2006/main">
              <a:ext uri="{FF2B5EF4-FFF2-40B4-BE49-F238E27FC236}">
                <a16:creationId xmlns:a16="http://schemas.microsoft.com/office/drawing/2014/main" id="{FA5775C7-8A4B-403C-9733-9817A9E1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61" y="5792986"/>
            <a:ext cx="1323184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7348B"/>
                </a:solidFill>
                <a:latin typeface="Consolas"/>
                <a:ea typeface="Consolas"/>
                <a:cs typeface="Consolas"/>
              </a:defRPr>
            </a:defPPr>
            <a:lvl1pPr>
              <a:buNone/>
              <a:defRPr sz="1500" b="0">
                <a:solidFill>
                  <a:srgbClr val="27348B"/>
                </a:solidFill>
                <a:latin typeface="Consolas"/>
                <a:ea typeface="Consolas"/>
                <a:cs typeface="Consolas"/>
              </a:defRPr>
            </a:lvl1pPr>
            <a:lvl2pPr>
              <a:buNone/>
              <a:defRPr sz="1500" b="0">
                <a:solidFill>
                  <a:srgbClr val="27348B"/>
                </a:solidFill>
                <a:latin typeface="Consolas"/>
                <a:ea typeface="Consolas"/>
                <a:cs typeface="Consolas"/>
              </a:defRPr>
            </a:lvl2pPr>
            <a:lvl3pPr>
              <a:buNone/>
              <a:defRPr sz="1500" b="0">
                <a:solidFill>
                  <a:srgbClr val="27348B"/>
                </a:solidFill>
                <a:latin typeface="Consolas"/>
                <a:ea typeface="Consolas"/>
                <a:cs typeface="Consolas"/>
              </a:defRPr>
            </a:lvl3pPr>
            <a:lvl4pPr>
              <a:buNone/>
              <a:defRPr sz="1500" b="0">
                <a:solidFill>
                  <a:srgbClr val="27348B"/>
                </a:solidFill>
                <a:latin typeface="Consolas"/>
                <a:ea typeface="Consolas"/>
                <a:cs typeface="Consolas"/>
              </a:defRPr>
            </a:lvl4pPr>
            <a:lvl5pPr>
              <a:buNone/>
              <a:defRPr sz="1500" b="0">
                <a:solidFill>
                  <a:srgbClr val="27348B"/>
                </a:solidFill>
                <a:latin typeface="Consolas"/>
                <a:ea typeface="Consolas"/>
                <a:cs typeface="Consolas"/>
              </a:defRPr>
            </a:lvl5pPr>
            <a:lvl6pPr>
              <a:buNone/>
              <a:defRPr sz="1500" b="0">
                <a:solidFill>
                  <a:srgbClr val="27348B"/>
                </a:solidFill>
                <a:latin typeface="Consolas"/>
                <a:ea typeface="Consolas"/>
                <a:cs typeface="Consolas"/>
              </a:defRPr>
            </a:lvl6pPr>
            <a:lvl7pPr>
              <a:buNone/>
              <a:defRPr sz="1500" b="0">
                <a:solidFill>
                  <a:srgbClr val="27348B"/>
                </a:solidFill>
                <a:latin typeface="Consolas"/>
                <a:ea typeface="Consolas"/>
                <a:cs typeface="Consolas"/>
              </a:defRPr>
            </a:lvl7pPr>
            <a:lvl8pPr>
              <a:buNone/>
              <a:defRPr sz="1500" b="0">
                <a:solidFill>
                  <a:srgbClr val="27348B"/>
                </a:solidFill>
                <a:latin typeface="Consolas"/>
                <a:ea typeface="Consolas"/>
                <a:cs typeface="Consolas"/>
              </a:defRPr>
            </a:lvl8pPr>
            <a:lvl9pPr>
              <a:buNone/>
              <a:defRPr sz="1500" b="0">
                <a:solidFill>
                  <a:srgbClr val="27348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27348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27348B"/>
                </a:solidFill>
                <a:latin typeface="Consolas"/>
                <a:ea typeface="Consolas"/>
                <a:cs typeface="Consolas"/>
              </a:rPr>
              <a:t>规则</a:t>
            </a:r>
          </a:p>
        </p:txBody>
      </p:sp>
      <p:sp>
        <p:nvSpPr>
          <p:cNvPr id="33" name="text-7-13">
            <a:extLst xmlns:a="http://schemas.openxmlformats.org/drawingml/2006/main">
              <a:ext uri="{FF2B5EF4-FFF2-40B4-BE49-F238E27FC236}">
                <a16:creationId xmlns:a16="http://schemas.microsoft.com/office/drawing/2014/main" id="{0100B220-65FC-4D11-B95E-74C626F90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9787" y="5754886"/>
            <a:ext cx="3679263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rPr>
              <a:t>信号、设备点位与 PLC 地址组合生成表达式。</a:t>
            </a:r>
          </a:p>
        </p:txBody>
      </p:sp>
      <p:sp>
        <p:nvSpPr>
          <p:cNvPr id="34" name="text-7-14">
            <a:extLst xmlns:a="http://schemas.openxmlformats.org/drawingml/2006/main">
              <a:ext uri="{FF2B5EF4-FFF2-40B4-BE49-F238E27FC236}">
                <a16:creationId xmlns:a16="http://schemas.microsoft.com/office/drawing/2014/main" id="{456394BB-A329-4E11-A639-2C70D36AB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392" y="6348413"/>
            <a:ext cx="2801257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rPr>
              <a:t>现场设备点位管理系统 · 项目开发总结</a:t>
            </a:r>
          </a:p>
        </p:txBody>
      </p:sp>
      <p:sp>
        <p:nvSpPr>
          <p:cNvPr id="35" name="text-7-15">
            <a:extLst xmlns:a="http://schemas.openxmlformats.org/drawingml/2006/main">
              <a:ext uri="{FF2B5EF4-FFF2-40B4-BE49-F238E27FC236}">
                <a16:creationId xmlns:a16="http://schemas.microsoft.com/office/drawing/2014/main" id="{EB2B4F3B-282B-486A-85E2-DFA60033E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8262" y="6348413"/>
            <a:ext cx="290139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235435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760FB3-622C-4AB2-A975-71E63089BF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012a63f48c43d2"/>
          <a:stretch xmlns:a="http://schemas.openxmlformats.org/drawingml/2006/main"/>
        </p:blipFill>
        <p:spPr>
          <a:xfrm xmlns:a="http://schemas.openxmlformats.org/drawingml/2006/main">
            <a:off x="0" y="79"/>
            <a:ext cx="12188825" cy="609441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71A526-70A3-4512-8BC1-DCCDE7F1AE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851f6c65674441"/>
          <a:stretch xmlns:a="http://schemas.openxmlformats.org/drawingml/2006/main"/>
        </p:blipFill>
        <p:spPr>
          <a:xfrm xmlns:a="http://schemas.openxmlformats.org/drawingml/2006/main" flipH="0" flipV="0">
            <a:off x="5880523" y="1363861"/>
            <a:ext cx="5181600" cy="3238500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3FB4AD-93B4-4E6D-A419-6936D5279B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43a7bdfd1a4c2a"/>
          <a:stretch xmlns:a="http://schemas.openxmlformats.org/drawingml/2006/main"/>
        </p:blipFill>
        <p:spPr>
          <a:xfrm xmlns:a="http://schemas.openxmlformats.org/drawingml/2006/main">
            <a:off x="573308" y="6276975"/>
            <a:ext cx="643618" cy="409575"/>
          </a:xfrm>
          <a:prstGeom xmlns:a="http://schemas.openxmlformats.org/drawingml/2006/main" prst="rect">
            <a:avLst/>
          </a:prstGeom>
        </p:spPr>
      </p:pic>
      <p:sp>
        <p:nvSpPr>
          <p:cNvPr id="4" name="structure-8-0">
            <a:extLst xmlns:a="http://schemas.openxmlformats.org/drawingml/2006/main">
              <a:ext uri="{FF2B5EF4-FFF2-40B4-BE49-F238E27FC236}">
                <a16:creationId xmlns:a16="http://schemas.microsoft.com/office/drawing/2014/main" id="{0144835D-ECBD-401F-8576-4CA21F7AC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61" y="5225504"/>
            <a:ext cx="1112230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ructure-8-1">
            <a:extLst xmlns:a="http://schemas.openxmlformats.org/drawingml/2006/main">
              <a:ext uri="{FF2B5EF4-FFF2-40B4-BE49-F238E27FC236}">
                <a16:creationId xmlns:a16="http://schemas.microsoft.com/office/drawing/2014/main" id="{8DF63E8E-285B-413A-A934-D7D959AE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61" y="6172200"/>
            <a:ext cx="11198483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8-0">
            <a:extLst xmlns:a="http://schemas.openxmlformats.org/drawingml/2006/main">
              <a:ext uri="{FF2B5EF4-FFF2-40B4-BE49-F238E27FC236}">
                <a16:creationId xmlns:a16="http://schemas.microsoft.com/office/drawing/2014/main" id="{C4C43CB5-98DB-47FD-AEDB-674B74677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61" y="790575"/>
            <a:ext cx="485217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rPr>
              <a:t>基础配置与点位保存：减少重复劳动</a:t>
            </a:r>
          </a:p>
        </p:txBody>
      </p:sp>
      <p:sp>
        <p:nvSpPr>
          <p:cNvPr id="7" name="text-8-1">
            <a:extLst xmlns:a="http://schemas.openxmlformats.org/drawingml/2006/main">
              <a:ext uri="{FF2B5EF4-FFF2-40B4-BE49-F238E27FC236}">
                <a16:creationId xmlns:a16="http://schemas.microsoft.com/office/drawing/2014/main" id="{6248A8D2-00DB-4B8D-966F-CA01D51AC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61" y="1373386"/>
            <a:ext cx="105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950" b="0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950" b="0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950" b="0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950" b="0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950" b="0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950" b="0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950" b="0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950" b="0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950" b="0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rPr>
              <a:t>信号类型配置</a:t>
            </a:r>
          </a:p>
        </p:txBody>
      </p:sp>
      <p:sp>
        <p:nvSpPr>
          <p:cNvPr id="8" name="text-8-2">
            <a:extLst xmlns:a="http://schemas.openxmlformats.org/drawingml/2006/main">
              <a:ext uri="{FF2B5EF4-FFF2-40B4-BE49-F238E27FC236}">
                <a16:creationId xmlns:a16="http://schemas.microsoft.com/office/drawing/2014/main" id="{601436DA-8CA3-40DE-95F6-D3E0AFF30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61" y="3616375"/>
            <a:ext cx="105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950" b="0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950" b="0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950" b="0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950" b="0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950" b="0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950" b="0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950" b="0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950" b="0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950" b="0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rPr>
              <a:t>模块提交</a:t>
            </a:r>
          </a:p>
        </p:txBody>
      </p:sp>
      <p:sp>
        <p:nvSpPr>
          <p:cNvPr id="9" name="text-8-3">
            <a:extLst xmlns:a="http://schemas.openxmlformats.org/drawingml/2006/main">
              <a:ext uri="{FF2B5EF4-FFF2-40B4-BE49-F238E27FC236}">
                <a16:creationId xmlns:a16="http://schemas.microsoft.com/office/drawing/2014/main" id="{44F835F0-1553-4301-B792-46532B68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61" y="4133552"/>
            <a:ext cx="4069984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rPr>
              <a:t>配置部位、信号类型和程序名，生成统一点位规则。</a:t>
            </a:r>
          </a:p>
        </p:txBody>
      </p:sp>
      <p:sp>
        <p:nvSpPr>
          <p:cNvPr id="10" name="text-8-4">
            <a:extLst xmlns:a="http://schemas.openxmlformats.org/drawingml/2006/main">
              <a:ext uri="{FF2B5EF4-FFF2-40B4-BE49-F238E27FC236}">
                <a16:creationId xmlns:a16="http://schemas.microsoft.com/office/drawing/2014/main" id="{069D8A71-22FA-4A14-819A-C7D086DE1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61" y="4443561"/>
            <a:ext cx="4340186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rPr>
              <a:t>项目、柜子和信号类型均支持拖动排序。</a:t>
            </a:r>
          </a:p>
        </p:txBody>
      </p:sp>
      <p:sp>
        <p:nvSpPr>
          <p:cNvPr id="11" name="text-8-5">
            <a:extLst xmlns:a="http://schemas.openxmlformats.org/drawingml/2006/main">
              <a:ext uri="{FF2B5EF4-FFF2-40B4-BE49-F238E27FC236}">
                <a16:creationId xmlns:a16="http://schemas.microsoft.com/office/drawing/2014/main" id="{3919DCC8-C48F-47EB-B06E-4EF89264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61" y="4753570"/>
            <a:ext cx="466603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2" name="text-8-6">
            <a:extLst xmlns:a="http://schemas.openxmlformats.org/drawingml/2006/main">
              <a:ext uri="{FF2B5EF4-FFF2-40B4-BE49-F238E27FC236}">
                <a16:creationId xmlns:a16="http://schemas.microsoft.com/office/drawing/2014/main" id="{0D0E7492-21BA-448F-AD42-D16723527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081" y="4707136"/>
            <a:ext cx="4605626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rPr>
              <a:t>模块创建表单 · 项目与柜号自动关联</a:t>
            </a:r>
          </a:p>
        </p:txBody>
      </p:sp>
      <p:sp>
        <p:nvSpPr>
          <p:cNvPr id="13" name="text-8-7">
            <a:extLst xmlns:a="http://schemas.openxmlformats.org/drawingml/2006/main">
              <a:ext uri="{FF2B5EF4-FFF2-40B4-BE49-F238E27FC236}">
                <a16:creationId xmlns:a16="http://schemas.microsoft.com/office/drawing/2014/main" id="{6D43F540-04CD-434E-973D-5CAC53D85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61" y="5387429"/>
            <a:ext cx="7873933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rPr>
              <a:t>整模块一次提交；失败时保留编辑内容，便于校正后重试。</a:t>
            </a:r>
          </a:p>
        </p:txBody>
      </p:sp>
      <p:sp>
        <p:nvSpPr>
          <p:cNvPr id="14" name="text-8-8">
            <a:extLst xmlns:a="http://schemas.openxmlformats.org/drawingml/2006/main">
              <a:ext uri="{FF2B5EF4-FFF2-40B4-BE49-F238E27FC236}">
                <a16:creationId xmlns:a16="http://schemas.microsoft.com/office/drawing/2014/main" id="{7959104D-24DF-41C3-B5E4-4E15CE9A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392" y="6348413"/>
            <a:ext cx="2801257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rPr>
              <a:t>现场设备点位管理系统 · 项目开发总结</a:t>
            </a:r>
          </a:p>
        </p:txBody>
      </p:sp>
      <p:sp>
        <p:nvSpPr>
          <p:cNvPr id="15" name="text-8-9">
            <a:extLst xmlns:a="http://schemas.openxmlformats.org/drawingml/2006/main">
              <a:ext uri="{FF2B5EF4-FFF2-40B4-BE49-F238E27FC236}">
                <a16:creationId xmlns:a16="http://schemas.microsoft.com/office/drawing/2014/main" id="{D7D0F5FE-D770-464C-841B-F74F75F4A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8262" y="6348413"/>
            <a:ext cx="290139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16" name="bullet-8-0">
            <a:extLst xmlns:a="http://schemas.openxmlformats.org/drawingml/2006/main">
              <a:ext uri="{FF2B5EF4-FFF2-40B4-BE49-F238E27FC236}">
                <a16:creationId xmlns:a16="http://schemas.microsoft.com/office/drawing/2014/main" id="{A9AC75F2-E29B-4199-AB8F-6937F3DB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351" y="1890564"/>
            <a:ext cx="4353874" cy="3481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5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5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5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5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5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5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5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5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5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09550" indent="-127000">
              <a:lnSpc>
                <a:spcPct val="125000"/>
              </a:lnSpc>
              <a:spcAft>
                <a:spcPts val="0"/>
              </a:spcAft>
              <a:buNone/>
              <a:defRPr sz="15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rPr>
              <a:t>选择部位后筛选相关信号类型。</a:t>
            </a:r>
          </a:p>
        </p:txBody>
      </p:sp>
      <p:sp>
        <p:nvSpPr>
          <p:cNvPr id="17" name="bullet-8-1">
            <a:extLst xmlns:a="http://schemas.openxmlformats.org/drawingml/2006/main">
              <a:ext uri="{FF2B5EF4-FFF2-40B4-BE49-F238E27FC236}">
                <a16:creationId xmlns:a16="http://schemas.microsoft.com/office/drawing/2014/main" id="{607D7C6E-5F28-4585-B434-22961F324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351" y="2324398"/>
            <a:ext cx="4353874" cy="3481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5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5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5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5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5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5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5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5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5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09550" indent="-127000">
              <a:lnSpc>
                <a:spcPct val="125000"/>
              </a:lnSpc>
              <a:spcAft>
                <a:spcPts val="0"/>
              </a:spcAft>
              <a:buNone/>
              <a:defRPr sz="15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rPr>
              <a:t>程序名称用于生成 PLC 变量表达式。</a:t>
            </a:r>
          </a:p>
        </p:txBody>
      </p:sp>
      <p:sp>
        <p:nvSpPr>
          <p:cNvPr id="18" name="bullet-8-2">
            <a:extLst xmlns:a="http://schemas.openxmlformats.org/drawingml/2006/main">
              <a:ext uri="{FF2B5EF4-FFF2-40B4-BE49-F238E27FC236}">
                <a16:creationId xmlns:a16="http://schemas.microsoft.com/office/drawing/2014/main" id="{1A8FD0E5-F615-4923-B385-59833024A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351" y="2758232"/>
            <a:ext cx="4353874" cy="658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5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5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5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5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5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5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5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5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5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09550" indent="-127000">
              <a:lnSpc>
                <a:spcPct val="125000"/>
              </a:lnSpc>
              <a:spcAft>
                <a:spcPts val="0"/>
              </a:spcAft>
              <a:buNone/>
              <a:defRPr sz="15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rPr>
              <a:t>保存时整模块一次提交，减少逐行写库。</a:t>
            </a:r>
          </a:p>
        </p:txBody>
      </p:sp>
    </p:spTree>
    <p:extLst>
      <p:ext uri="{BB962C8B-B14F-4D97-AF65-F5344CB8AC3E}">
        <p14:creationId xmlns:p14="http://schemas.microsoft.com/office/powerpoint/2010/main" val="2444436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75CBCE-A614-4325-8319-0DE11E3E606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98df6ec93140e9"/>
          <a:stretch xmlns:a="http://schemas.openxmlformats.org/drawingml/2006/main"/>
        </p:blipFill>
        <p:spPr>
          <a:xfrm xmlns:a="http://schemas.openxmlformats.org/drawingml/2006/main">
            <a:off x="0" y="79"/>
            <a:ext cx="12188825" cy="609441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3D513B-25AD-4EE1-BE42-8D64A93D6C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620c0e6a164fe2"/>
          <a:stretch xmlns:a="http://schemas.openxmlformats.org/drawingml/2006/main"/>
        </p:blipFill>
        <p:spPr>
          <a:xfrm xmlns:a="http://schemas.openxmlformats.org/drawingml/2006/main" flipH="0" flipV="0">
            <a:off x="937373" y="1363861"/>
            <a:ext cx="4572000" cy="2857500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1583DF-1FCB-41C1-A1CE-CE83DFC3F3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e2f285efd741b0"/>
          <a:stretch xmlns:a="http://schemas.openxmlformats.org/drawingml/2006/main"/>
        </p:blipFill>
        <p:spPr>
          <a:xfrm xmlns:a="http://schemas.openxmlformats.org/drawingml/2006/main" flipH="0" flipV="0">
            <a:off x="6679452" y="1363861"/>
            <a:ext cx="4572000" cy="2857500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32C198-A4C8-4AF3-84D0-E747883089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4c2f2558c34bf0"/>
          <a:stretch xmlns:a="http://schemas.openxmlformats.org/drawingml/2006/main"/>
        </p:blipFill>
        <p:spPr>
          <a:xfrm xmlns:a="http://schemas.openxmlformats.org/drawingml/2006/main">
            <a:off x="573308" y="6276975"/>
            <a:ext cx="643618" cy="409575"/>
          </a:xfrm>
          <a:prstGeom xmlns:a="http://schemas.openxmlformats.org/drawingml/2006/main" prst="rect">
            <a:avLst/>
          </a:prstGeom>
        </p:spPr>
      </p:pic>
      <p:sp>
        <p:nvSpPr>
          <p:cNvPr id="5" name="structure-9-0">
            <a:extLst xmlns:a="http://schemas.openxmlformats.org/drawingml/2006/main">
              <a:ext uri="{FF2B5EF4-FFF2-40B4-BE49-F238E27FC236}">
                <a16:creationId xmlns:a16="http://schemas.microsoft.com/office/drawing/2014/main" id="{D787E2B4-455A-434C-8230-AD805E56F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61" y="5398145"/>
            <a:ext cx="1112230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ructure-9-1">
            <a:extLst xmlns:a="http://schemas.openxmlformats.org/drawingml/2006/main">
              <a:ext uri="{FF2B5EF4-FFF2-40B4-BE49-F238E27FC236}">
                <a16:creationId xmlns:a16="http://schemas.microsoft.com/office/drawing/2014/main" id="{0FC644F9-13D5-41D6-886E-C952E57EE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61" y="6172200"/>
            <a:ext cx="11198483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9-0">
            <a:extLst xmlns:a="http://schemas.openxmlformats.org/drawingml/2006/main">
              <a:ext uri="{FF2B5EF4-FFF2-40B4-BE49-F238E27FC236}">
                <a16:creationId xmlns:a16="http://schemas.microsoft.com/office/drawing/2014/main" id="{41BA4725-F71D-4417-ABB5-2AD3F0927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61" y="790575"/>
            <a:ext cx="589444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rPr>
              <a:t>导出交付：按模块范围生成表格</a:t>
            </a:r>
          </a:p>
        </p:txBody>
      </p:sp>
      <p:sp>
        <p:nvSpPr>
          <p:cNvPr id="8" name="text-9-1">
            <a:extLst xmlns:a="http://schemas.openxmlformats.org/drawingml/2006/main">
              <a:ext uri="{FF2B5EF4-FFF2-40B4-BE49-F238E27FC236}">
                <a16:creationId xmlns:a16="http://schemas.microsoft.com/office/drawing/2014/main" id="{59BE8C5A-DA8D-4CE4-881F-448EAD401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61" y="4326136"/>
            <a:ext cx="3384214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rPr>
              <a:t>模块点位 · CSV</a:t>
            </a:r>
          </a:p>
        </p:txBody>
      </p:sp>
      <p:sp>
        <p:nvSpPr>
          <p:cNvPr id="9" name="text-9-2">
            <a:extLst xmlns:a="http://schemas.openxmlformats.org/drawingml/2006/main">
              <a:ext uri="{FF2B5EF4-FFF2-40B4-BE49-F238E27FC236}">
                <a16:creationId xmlns:a16="http://schemas.microsoft.com/office/drawing/2014/main" id="{319C4F41-A1E5-434F-A7E6-8F611DDBD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61" y="4621411"/>
            <a:ext cx="1637427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7348B"/>
                </a:solidFill>
                <a:latin typeface="Consolas"/>
                <a:ea typeface="Consolas"/>
                <a:cs typeface="Consolas"/>
              </a:defRPr>
            </a:defPPr>
            <a:lvl1pPr>
              <a:buNone/>
              <a:defRPr sz="1500" b="0">
                <a:solidFill>
                  <a:srgbClr val="27348B"/>
                </a:solidFill>
                <a:latin typeface="Consolas"/>
                <a:ea typeface="Consolas"/>
                <a:cs typeface="Consolas"/>
              </a:defRPr>
            </a:lvl1pPr>
            <a:lvl2pPr>
              <a:buNone/>
              <a:defRPr sz="1500" b="0">
                <a:solidFill>
                  <a:srgbClr val="27348B"/>
                </a:solidFill>
                <a:latin typeface="Consolas"/>
                <a:ea typeface="Consolas"/>
                <a:cs typeface="Consolas"/>
              </a:defRPr>
            </a:lvl2pPr>
            <a:lvl3pPr>
              <a:buNone/>
              <a:defRPr sz="1500" b="0">
                <a:solidFill>
                  <a:srgbClr val="27348B"/>
                </a:solidFill>
                <a:latin typeface="Consolas"/>
                <a:ea typeface="Consolas"/>
                <a:cs typeface="Consolas"/>
              </a:defRPr>
            </a:lvl3pPr>
            <a:lvl4pPr>
              <a:buNone/>
              <a:defRPr sz="1500" b="0">
                <a:solidFill>
                  <a:srgbClr val="27348B"/>
                </a:solidFill>
                <a:latin typeface="Consolas"/>
                <a:ea typeface="Consolas"/>
                <a:cs typeface="Consolas"/>
              </a:defRPr>
            </a:lvl4pPr>
            <a:lvl5pPr>
              <a:buNone/>
              <a:defRPr sz="1500" b="0">
                <a:solidFill>
                  <a:srgbClr val="27348B"/>
                </a:solidFill>
                <a:latin typeface="Consolas"/>
                <a:ea typeface="Consolas"/>
                <a:cs typeface="Consolas"/>
              </a:defRPr>
            </a:lvl5pPr>
            <a:lvl6pPr>
              <a:buNone/>
              <a:defRPr sz="1500" b="0">
                <a:solidFill>
                  <a:srgbClr val="27348B"/>
                </a:solidFill>
                <a:latin typeface="Consolas"/>
                <a:ea typeface="Consolas"/>
                <a:cs typeface="Consolas"/>
              </a:defRPr>
            </a:lvl6pPr>
            <a:lvl7pPr>
              <a:buNone/>
              <a:defRPr sz="1500" b="0">
                <a:solidFill>
                  <a:srgbClr val="27348B"/>
                </a:solidFill>
                <a:latin typeface="Consolas"/>
                <a:ea typeface="Consolas"/>
                <a:cs typeface="Consolas"/>
              </a:defRPr>
            </a:lvl7pPr>
            <a:lvl8pPr>
              <a:buNone/>
              <a:defRPr sz="1500" b="0">
                <a:solidFill>
                  <a:srgbClr val="27348B"/>
                </a:solidFill>
                <a:latin typeface="Consolas"/>
                <a:ea typeface="Consolas"/>
                <a:cs typeface="Consolas"/>
              </a:defRPr>
            </a:lvl8pPr>
            <a:lvl9pPr>
              <a:buNone/>
              <a:defRPr sz="1500" b="0">
                <a:solidFill>
                  <a:srgbClr val="27348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27348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27348B"/>
                </a:solidFill>
                <a:latin typeface="Consolas"/>
                <a:ea typeface="Consolas"/>
                <a:cs typeface="Consolas"/>
              </a:rPr>
              <a:t>模块配置表</a:t>
            </a:r>
          </a:p>
        </p:txBody>
      </p:sp>
      <p:sp>
        <p:nvSpPr>
          <p:cNvPr id="10" name="text-9-3">
            <a:extLst xmlns:a="http://schemas.openxmlformats.org/drawingml/2006/main">
              <a:ext uri="{FF2B5EF4-FFF2-40B4-BE49-F238E27FC236}">
                <a16:creationId xmlns:a16="http://schemas.microsoft.com/office/drawing/2014/main" id="{6572B24B-9610-46B7-9426-D073DEE14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61" y="4907161"/>
            <a:ext cx="1427932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7348B"/>
                </a:solidFill>
                <a:latin typeface="Consolas"/>
                <a:ea typeface="Consolas"/>
                <a:cs typeface="Consolas"/>
              </a:defRPr>
            </a:defPPr>
            <a:lvl1pPr>
              <a:buNone/>
              <a:defRPr sz="1500" b="0">
                <a:solidFill>
                  <a:srgbClr val="27348B"/>
                </a:solidFill>
                <a:latin typeface="Consolas"/>
                <a:ea typeface="Consolas"/>
                <a:cs typeface="Consolas"/>
              </a:defRPr>
            </a:lvl1pPr>
            <a:lvl2pPr>
              <a:buNone/>
              <a:defRPr sz="1500" b="0">
                <a:solidFill>
                  <a:srgbClr val="27348B"/>
                </a:solidFill>
                <a:latin typeface="Consolas"/>
                <a:ea typeface="Consolas"/>
                <a:cs typeface="Consolas"/>
              </a:defRPr>
            </a:lvl2pPr>
            <a:lvl3pPr>
              <a:buNone/>
              <a:defRPr sz="1500" b="0">
                <a:solidFill>
                  <a:srgbClr val="27348B"/>
                </a:solidFill>
                <a:latin typeface="Consolas"/>
                <a:ea typeface="Consolas"/>
                <a:cs typeface="Consolas"/>
              </a:defRPr>
            </a:lvl3pPr>
            <a:lvl4pPr>
              <a:buNone/>
              <a:defRPr sz="1500" b="0">
                <a:solidFill>
                  <a:srgbClr val="27348B"/>
                </a:solidFill>
                <a:latin typeface="Consolas"/>
                <a:ea typeface="Consolas"/>
                <a:cs typeface="Consolas"/>
              </a:defRPr>
            </a:lvl4pPr>
            <a:lvl5pPr>
              <a:buNone/>
              <a:defRPr sz="1500" b="0">
                <a:solidFill>
                  <a:srgbClr val="27348B"/>
                </a:solidFill>
                <a:latin typeface="Consolas"/>
                <a:ea typeface="Consolas"/>
                <a:cs typeface="Consolas"/>
              </a:defRPr>
            </a:lvl5pPr>
            <a:lvl6pPr>
              <a:buNone/>
              <a:defRPr sz="1500" b="0">
                <a:solidFill>
                  <a:srgbClr val="27348B"/>
                </a:solidFill>
                <a:latin typeface="Consolas"/>
                <a:ea typeface="Consolas"/>
                <a:cs typeface="Consolas"/>
              </a:defRPr>
            </a:lvl6pPr>
            <a:lvl7pPr>
              <a:buNone/>
              <a:defRPr sz="1500" b="0">
                <a:solidFill>
                  <a:srgbClr val="27348B"/>
                </a:solidFill>
                <a:latin typeface="Consolas"/>
                <a:ea typeface="Consolas"/>
                <a:cs typeface="Consolas"/>
              </a:defRPr>
            </a:lvl7pPr>
            <a:lvl8pPr>
              <a:buNone/>
              <a:defRPr sz="1500" b="0">
                <a:solidFill>
                  <a:srgbClr val="27348B"/>
                </a:solidFill>
                <a:latin typeface="Consolas"/>
                <a:ea typeface="Consolas"/>
                <a:cs typeface="Consolas"/>
              </a:defRPr>
            </a:lvl8pPr>
            <a:lvl9pPr>
              <a:buNone/>
              <a:defRPr sz="1500" b="0">
                <a:solidFill>
                  <a:srgbClr val="27348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27348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27348B"/>
                </a:solidFill>
                <a:latin typeface="Consolas"/>
                <a:ea typeface="Consolas"/>
                <a:cs typeface="Consolas"/>
              </a:rPr>
              <a:t>PLC 点位表达式</a:t>
            </a:r>
          </a:p>
        </p:txBody>
      </p:sp>
      <p:sp>
        <p:nvSpPr>
          <p:cNvPr id="11" name="text-9-4">
            <a:extLst xmlns:a="http://schemas.openxmlformats.org/drawingml/2006/main">
              <a:ext uri="{FF2B5EF4-FFF2-40B4-BE49-F238E27FC236}">
                <a16:creationId xmlns:a16="http://schemas.microsoft.com/office/drawing/2014/main" id="{A2D0E555-9C20-4F2E-B961-6492F3080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5340" y="4326136"/>
            <a:ext cx="2816434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rPr>
              <a:t>控制柜 / 项目总览 · Excel</a:t>
            </a:r>
          </a:p>
        </p:txBody>
      </p:sp>
      <p:sp>
        <p:nvSpPr>
          <p:cNvPr id="12" name="text-9-5">
            <a:extLst xmlns:a="http://schemas.openxmlformats.org/drawingml/2006/main">
              <a:ext uri="{FF2B5EF4-FFF2-40B4-BE49-F238E27FC236}">
                <a16:creationId xmlns:a16="http://schemas.microsoft.com/office/drawing/2014/main" id="{75639B0A-5110-4E7C-B4A2-07CF3845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5340" y="4649986"/>
            <a:ext cx="1637427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7348B"/>
                </a:solidFill>
                <a:latin typeface="Consolas"/>
                <a:ea typeface="Consolas"/>
                <a:cs typeface="Consolas"/>
              </a:defRPr>
            </a:defPPr>
            <a:lvl1pPr>
              <a:buNone/>
              <a:defRPr sz="1500" b="0">
                <a:solidFill>
                  <a:srgbClr val="27348B"/>
                </a:solidFill>
                <a:latin typeface="Consolas"/>
                <a:ea typeface="Consolas"/>
                <a:cs typeface="Consolas"/>
              </a:defRPr>
            </a:lvl1pPr>
            <a:lvl2pPr>
              <a:buNone/>
              <a:defRPr sz="1500" b="0">
                <a:solidFill>
                  <a:srgbClr val="27348B"/>
                </a:solidFill>
                <a:latin typeface="Consolas"/>
                <a:ea typeface="Consolas"/>
                <a:cs typeface="Consolas"/>
              </a:defRPr>
            </a:lvl2pPr>
            <a:lvl3pPr>
              <a:buNone/>
              <a:defRPr sz="1500" b="0">
                <a:solidFill>
                  <a:srgbClr val="27348B"/>
                </a:solidFill>
                <a:latin typeface="Consolas"/>
                <a:ea typeface="Consolas"/>
                <a:cs typeface="Consolas"/>
              </a:defRPr>
            </a:lvl3pPr>
            <a:lvl4pPr>
              <a:buNone/>
              <a:defRPr sz="1500" b="0">
                <a:solidFill>
                  <a:srgbClr val="27348B"/>
                </a:solidFill>
                <a:latin typeface="Consolas"/>
                <a:ea typeface="Consolas"/>
                <a:cs typeface="Consolas"/>
              </a:defRPr>
            </a:lvl4pPr>
            <a:lvl5pPr>
              <a:buNone/>
              <a:defRPr sz="1500" b="0">
                <a:solidFill>
                  <a:srgbClr val="27348B"/>
                </a:solidFill>
                <a:latin typeface="Consolas"/>
                <a:ea typeface="Consolas"/>
                <a:cs typeface="Consolas"/>
              </a:defRPr>
            </a:lvl5pPr>
            <a:lvl6pPr>
              <a:buNone/>
              <a:defRPr sz="1500" b="0">
                <a:solidFill>
                  <a:srgbClr val="27348B"/>
                </a:solidFill>
                <a:latin typeface="Consolas"/>
                <a:ea typeface="Consolas"/>
                <a:cs typeface="Consolas"/>
              </a:defRPr>
            </a:lvl6pPr>
            <a:lvl7pPr>
              <a:buNone/>
              <a:defRPr sz="1500" b="0">
                <a:solidFill>
                  <a:srgbClr val="27348B"/>
                </a:solidFill>
                <a:latin typeface="Consolas"/>
                <a:ea typeface="Consolas"/>
                <a:cs typeface="Consolas"/>
              </a:defRPr>
            </a:lvl7pPr>
            <a:lvl8pPr>
              <a:buNone/>
              <a:defRPr sz="1500" b="0">
                <a:solidFill>
                  <a:srgbClr val="27348B"/>
                </a:solidFill>
                <a:latin typeface="Consolas"/>
                <a:ea typeface="Consolas"/>
                <a:cs typeface="Consolas"/>
              </a:defRPr>
            </a:lvl8pPr>
            <a:lvl9pPr>
              <a:buNone/>
              <a:defRPr sz="1500" b="0">
                <a:solidFill>
                  <a:srgbClr val="27348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27348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27348B"/>
                </a:solidFill>
                <a:latin typeface="Consolas"/>
                <a:ea typeface="Consolas"/>
                <a:cs typeface="Consolas"/>
              </a:rPr>
              <a:t>DI、DO 分工作表</a:t>
            </a:r>
          </a:p>
        </p:txBody>
      </p:sp>
      <p:sp>
        <p:nvSpPr>
          <p:cNvPr id="13" name="text-9-6">
            <a:extLst xmlns:a="http://schemas.openxmlformats.org/drawingml/2006/main">
              <a:ext uri="{FF2B5EF4-FFF2-40B4-BE49-F238E27FC236}">
                <a16:creationId xmlns:a16="http://schemas.microsoft.com/office/drawing/2014/main" id="{6C1FE384-1AA5-44C4-9EB4-F90E1EBA1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6110" y="4611886"/>
            <a:ext cx="270499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4" name="text-9-7">
            <a:extLst xmlns:a="http://schemas.openxmlformats.org/drawingml/2006/main">
              <a:ext uri="{FF2B5EF4-FFF2-40B4-BE49-F238E27FC236}">
                <a16:creationId xmlns:a16="http://schemas.microsoft.com/office/drawing/2014/main" id="{191E0370-997B-4313-A384-C6C2206B9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9951" y="4649986"/>
            <a:ext cx="1427932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7348B"/>
                </a:solidFill>
                <a:latin typeface="Consolas"/>
                <a:ea typeface="Consolas"/>
                <a:cs typeface="Consolas"/>
              </a:defRPr>
            </a:defPPr>
            <a:lvl1pPr>
              <a:buNone/>
              <a:defRPr sz="1500" b="0">
                <a:solidFill>
                  <a:srgbClr val="27348B"/>
                </a:solidFill>
                <a:latin typeface="Consolas"/>
                <a:ea typeface="Consolas"/>
                <a:cs typeface="Consolas"/>
              </a:defRPr>
            </a:lvl1pPr>
            <a:lvl2pPr>
              <a:buNone/>
              <a:defRPr sz="1500" b="0">
                <a:solidFill>
                  <a:srgbClr val="27348B"/>
                </a:solidFill>
                <a:latin typeface="Consolas"/>
                <a:ea typeface="Consolas"/>
                <a:cs typeface="Consolas"/>
              </a:defRPr>
            </a:lvl2pPr>
            <a:lvl3pPr>
              <a:buNone/>
              <a:defRPr sz="1500" b="0">
                <a:solidFill>
                  <a:srgbClr val="27348B"/>
                </a:solidFill>
                <a:latin typeface="Consolas"/>
                <a:ea typeface="Consolas"/>
                <a:cs typeface="Consolas"/>
              </a:defRPr>
            </a:lvl3pPr>
            <a:lvl4pPr>
              <a:buNone/>
              <a:defRPr sz="1500" b="0">
                <a:solidFill>
                  <a:srgbClr val="27348B"/>
                </a:solidFill>
                <a:latin typeface="Consolas"/>
                <a:ea typeface="Consolas"/>
                <a:cs typeface="Consolas"/>
              </a:defRPr>
            </a:lvl4pPr>
            <a:lvl5pPr>
              <a:buNone/>
              <a:defRPr sz="1500" b="0">
                <a:solidFill>
                  <a:srgbClr val="27348B"/>
                </a:solidFill>
                <a:latin typeface="Consolas"/>
                <a:ea typeface="Consolas"/>
                <a:cs typeface="Consolas"/>
              </a:defRPr>
            </a:lvl5pPr>
            <a:lvl6pPr>
              <a:buNone/>
              <a:defRPr sz="1500" b="0">
                <a:solidFill>
                  <a:srgbClr val="27348B"/>
                </a:solidFill>
                <a:latin typeface="Consolas"/>
                <a:ea typeface="Consolas"/>
                <a:cs typeface="Consolas"/>
              </a:defRPr>
            </a:lvl6pPr>
            <a:lvl7pPr>
              <a:buNone/>
              <a:defRPr sz="1500" b="0">
                <a:solidFill>
                  <a:srgbClr val="27348B"/>
                </a:solidFill>
                <a:latin typeface="Consolas"/>
                <a:ea typeface="Consolas"/>
                <a:cs typeface="Consolas"/>
              </a:defRPr>
            </a:lvl7pPr>
            <a:lvl8pPr>
              <a:buNone/>
              <a:defRPr sz="1500" b="0">
                <a:solidFill>
                  <a:srgbClr val="27348B"/>
                </a:solidFill>
                <a:latin typeface="Consolas"/>
                <a:ea typeface="Consolas"/>
                <a:cs typeface="Consolas"/>
              </a:defRPr>
            </a:lvl8pPr>
            <a:lvl9pPr>
              <a:buNone/>
              <a:defRPr sz="1500" b="0">
                <a:solidFill>
                  <a:srgbClr val="27348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27348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27348B"/>
                </a:solidFill>
                <a:latin typeface="Consolas"/>
                <a:ea typeface="Consolas"/>
                <a:cs typeface="Consolas"/>
              </a:rPr>
              <a:t>所有模块配置</a:t>
            </a:r>
          </a:p>
        </p:txBody>
      </p:sp>
      <p:sp>
        <p:nvSpPr>
          <p:cNvPr id="15" name="text-9-8">
            <a:extLst xmlns:a="http://schemas.openxmlformats.org/drawingml/2006/main">
              <a:ext uri="{FF2B5EF4-FFF2-40B4-BE49-F238E27FC236}">
                <a16:creationId xmlns:a16="http://schemas.microsoft.com/office/drawing/2014/main" id="{E2605BB0-EF10-4494-BE1C-450984723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5340" y="4926211"/>
            <a:ext cx="3315622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rPr>
              <a:t>模块之间空行，重复表头去除</a:t>
            </a:r>
          </a:p>
        </p:txBody>
      </p:sp>
      <p:sp>
        <p:nvSpPr>
          <p:cNvPr id="16" name="text-9-9">
            <a:extLst xmlns:a="http://schemas.openxmlformats.org/drawingml/2006/main">
              <a:ext uri="{FF2B5EF4-FFF2-40B4-BE49-F238E27FC236}">
                <a16:creationId xmlns:a16="http://schemas.microsoft.com/office/drawing/2014/main" id="{47AA8849-BAA9-4E84-AF76-0F313450D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61" y="5560070"/>
            <a:ext cx="7262409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rPr>
              <a:t>项目导出覆盖项目内所有柜子和模块；控制柜导出仅覆盖本柜。列宽随本列内容自动调整。</a:t>
            </a:r>
          </a:p>
        </p:txBody>
      </p:sp>
      <p:sp>
        <p:nvSpPr>
          <p:cNvPr id="17" name="text-9-10">
            <a:extLst xmlns:a="http://schemas.openxmlformats.org/drawingml/2006/main">
              <a:ext uri="{FF2B5EF4-FFF2-40B4-BE49-F238E27FC236}">
                <a16:creationId xmlns:a16="http://schemas.microsoft.com/office/drawing/2014/main" id="{4CB8EA4D-8C35-4DE2-B427-6BE9912A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392" y="6348413"/>
            <a:ext cx="2801257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rPr>
              <a:t>现场设备点位管理系统 · 项目开发总结</a:t>
            </a:r>
          </a:p>
        </p:txBody>
      </p:sp>
      <p:sp>
        <p:nvSpPr>
          <p:cNvPr id="18" name="text-9-11">
            <a:extLst xmlns:a="http://schemas.openxmlformats.org/drawingml/2006/main">
              <a:ext uri="{FF2B5EF4-FFF2-40B4-BE49-F238E27FC236}">
                <a16:creationId xmlns:a16="http://schemas.microsoft.com/office/drawing/2014/main" id="{DEB87FF5-9F5A-4A59-959C-578D1EA24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8262" y="6348413"/>
            <a:ext cx="290139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13599892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AD0D677-F97F-4FD4-89EC-BEEDE7BEBF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42c55b8d0e42b0"/>
          <a:stretch xmlns:a="http://schemas.openxmlformats.org/drawingml/2006/main"/>
        </p:blipFill>
        <p:spPr>
          <a:xfrm xmlns:a="http://schemas.openxmlformats.org/drawingml/2006/main">
            <a:off x="0" y="79"/>
            <a:ext cx="12188825" cy="609441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681629-3C67-46AB-AA63-4947910EB4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863c21247a4d00"/>
          <a:stretch xmlns:a="http://schemas.openxmlformats.org/drawingml/2006/main"/>
        </p:blipFill>
        <p:spPr>
          <a:xfrm xmlns:a="http://schemas.openxmlformats.org/drawingml/2006/main">
            <a:off x="573308" y="6276975"/>
            <a:ext cx="643618" cy="409575"/>
          </a:xfrm>
          <a:prstGeom xmlns:a="http://schemas.openxmlformats.org/drawingml/2006/main" prst="rect">
            <a:avLst/>
          </a:prstGeom>
        </p:spPr>
      </p:pic>
      <p:sp>
        <p:nvSpPr>
          <p:cNvPr id="3" name="structure-12-0">
            <a:extLst xmlns:a="http://schemas.openxmlformats.org/drawingml/2006/main">
              <a:ext uri="{FF2B5EF4-FFF2-40B4-BE49-F238E27FC236}">
                <a16:creationId xmlns:a16="http://schemas.microsoft.com/office/drawing/2014/main" id="{6CBF22DD-9521-4E21-B45C-865775A7E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61" y="1421011"/>
            <a:ext cx="3402664" cy="14906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ructure-12-1">
            <a:extLst xmlns:a="http://schemas.openxmlformats.org/drawingml/2006/main">
              <a:ext uri="{FF2B5EF4-FFF2-40B4-BE49-F238E27FC236}">
                <a16:creationId xmlns:a16="http://schemas.microsoft.com/office/drawing/2014/main" id="{192E2C59-6173-45F1-9A38-1EE2C6A64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61" y="1421011"/>
            <a:ext cx="340266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ructure-12-2">
            <a:extLst xmlns:a="http://schemas.openxmlformats.org/drawingml/2006/main">
              <a:ext uri="{FF2B5EF4-FFF2-40B4-BE49-F238E27FC236}">
                <a16:creationId xmlns:a16="http://schemas.microsoft.com/office/drawing/2014/main" id="{B120C1E4-935F-4720-9F69-8F6B7DA93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3006" y="1421011"/>
            <a:ext cx="3402813" cy="14906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ructure-12-3">
            <a:extLst xmlns:a="http://schemas.openxmlformats.org/drawingml/2006/main">
              <a:ext uri="{FF2B5EF4-FFF2-40B4-BE49-F238E27FC236}">
                <a16:creationId xmlns:a16="http://schemas.microsoft.com/office/drawing/2014/main" id="{E6FF8FEE-8F66-47C0-A7FC-21540DB48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3006" y="1421011"/>
            <a:ext cx="340281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ructure-12-4">
            <a:extLst xmlns:a="http://schemas.openxmlformats.org/drawingml/2006/main">
              <a:ext uri="{FF2B5EF4-FFF2-40B4-BE49-F238E27FC236}">
                <a16:creationId xmlns:a16="http://schemas.microsoft.com/office/drawing/2014/main" id="{0948D058-0B22-4C56-B398-A3787C321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2900" y="1421011"/>
            <a:ext cx="3402664" cy="14906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ructure-12-5">
            <a:extLst xmlns:a="http://schemas.openxmlformats.org/drawingml/2006/main">
              <a:ext uri="{FF2B5EF4-FFF2-40B4-BE49-F238E27FC236}">
                <a16:creationId xmlns:a16="http://schemas.microsoft.com/office/drawing/2014/main" id="{E86914F2-CC2A-4B9F-AC39-9221FB956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2900" y="1421011"/>
            <a:ext cx="340266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ructure-12-6">
            <a:extLst xmlns:a="http://schemas.openxmlformats.org/drawingml/2006/main">
              <a:ext uri="{FF2B5EF4-FFF2-40B4-BE49-F238E27FC236}">
                <a16:creationId xmlns:a16="http://schemas.microsoft.com/office/drawing/2014/main" id="{E32E9AC5-C7AB-4DE0-A38F-D1D285E88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61" y="4410819"/>
            <a:ext cx="538022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tructure-12-7">
            <a:extLst xmlns:a="http://schemas.openxmlformats.org/drawingml/2006/main">
              <a:ext uri="{FF2B5EF4-FFF2-40B4-BE49-F238E27FC236}">
                <a16:creationId xmlns:a16="http://schemas.microsoft.com/office/drawing/2014/main" id="{5C009EE0-AF8A-4138-B2BA-01FC8005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61" y="6172200"/>
            <a:ext cx="11198483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12-0">
            <a:extLst xmlns:a="http://schemas.openxmlformats.org/drawingml/2006/main">
              <a:ext uri="{FF2B5EF4-FFF2-40B4-BE49-F238E27FC236}">
                <a16:creationId xmlns:a16="http://schemas.microsoft.com/office/drawing/2014/main" id="{4B9F78CC-FC94-4826-83D4-DA3CEA3E2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61" y="790575"/>
            <a:ext cx="6165534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rPr>
              <a:t>配置治理：让规则清晰、协作顺畅</a:t>
            </a:r>
          </a:p>
        </p:txBody>
      </p:sp>
      <p:sp>
        <p:nvSpPr>
          <p:cNvPr id="12" name="text-12-1">
            <a:extLst xmlns:a="http://schemas.openxmlformats.org/drawingml/2006/main">
              <a:ext uri="{FF2B5EF4-FFF2-40B4-BE49-F238E27FC236}">
                <a16:creationId xmlns:a16="http://schemas.microsoft.com/office/drawing/2014/main" id="{83B04F2E-D167-43A1-B065-62E1A6808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099" y="1659136"/>
            <a:ext cx="1495036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rPr>
              <a:t>角色与权限</a:t>
            </a:r>
          </a:p>
        </p:txBody>
      </p:sp>
      <p:sp>
        <p:nvSpPr>
          <p:cNvPr id="13" name="text-12-2">
            <a:extLst xmlns:a="http://schemas.openxmlformats.org/drawingml/2006/main">
              <a:ext uri="{FF2B5EF4-FFF2-40B4-BE49-F238E27FC236}">
                <a16:creationId xmlns:a16="http://schemas.microsoft.com/office/drawing/2014/main" id="{DC81FC5E-89E3-440F-8BE2-04E2F62D3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099" y="2130623"/>
            <a:ext cx="113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访客可维护模块</a:t>
            </a:r>
          </a:p>
        </p:txBody>
      </p:sp>
      <p:sp>
        <p:nvSpPr>
          <p:cNvPr id="14" name="text-12-3">
            <a:extLst xmlns:a="http://schemas.openxmlformats.org/drawingml/2006/main">
              <a:ext uri="{FF2B5EF4-FFF2-40B4-BE49-F238E27FC236}">
                <a16:creationId xmlns:a16="http://schemas.microsoft.com/office/drawing/2014/main" id="{0329F528-4503-4F8E-A069-6393EC59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099" y="2430661"/>
            <a:ext cx="1866414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基础配置登录保护</a:t>
            </a:r>
          </a:p>
        </p:txBody>
      </p:sp>
      <p:sp>
        <p:nvSpPr>
          <p:cNvPr id="15" name="text-12-4">
            <a:extLst xmlns:a="http://schemas.openxmlformats.org/drawingml/2006/main">
              <a:ext uri="{FF2B5EF4-FFF2-40B4-BE49-F238E27FC236}">
                <a16:creationId xmlns:a16="http://schemas.microsoft.com/office/drawing/2014/main" id="{CA6F4CD8-E429-4C37-AD95-9A31C0F28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1150" y="1980605"/>
            <a:ext cx="333288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100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100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100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100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100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100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100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100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100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text-12-5">
            <a:extLst xmlns:a="http://schemas.openxmlformats.org/drawingml/2006/main">
              <a:ext uri="{FF2B5EF4-FFF2-40B4-BE49-F238E27FC236}">
                <a16:creationId xmlns:a16="http://schemas.microsoft.com/office/drawing/2014/main" id="{2B81366E-D2DF-46F7-AA7C-4EC4976C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44" y="1659136"/>
            <a:ext cx="222693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rPr>
              <a:t>拖动调整顺序</a:t>
            </a:r>
          </a:p>
        </p:txBody>
      </p:sp>
      <p:sp>
        <p:nvSpPr>
          <p:cNvPr id="17" name="text-12-6">
            <a:extLst xmlns:a="http://schemas.openxmlformats.org/drawingml/2006/main">
              <a:ext uri="{FF2B5EF4-FFF2-40B4-BE49-F238E27FC236}">
                <a16:creationId xmlns:a16="http://schemas.microsoft.com/office/drawing/2014/main" id="{10971843-72A8-47D8-9E61-FE05EE2DE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44" y="2130623"/>
            <a:ext cx="226636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项目、柜子、信号类型</a:t>
            </a:r>
          </a:p>
        </p:txBody>
      </p:sp>
      <p:sp>
        <p:nvSpPr>
          <p:cNvPr id="18" name="text-12-7">
            <a:extLst xmlns:a="http://schemas.openxmlformats.org/drawingml/2006/main">
              <a:ext uri="{FF2B5EF4-FFF2-40B4-BE49-F238E27FC236}">
                <a16:creationId xmlns:a16="http://schemas.microsoft.com/office/drawing/2014/main" id="{E312688B-2D26-4C3F-8656-D15A04723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44" y="2430661"/>
            <a:ext cx="174663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按住条目即可排序</a:t>
            </a:r>
          </a:p>
        </p:txBody>
      </p:sp>
      <p:sp>
        <p:nvSpPr>
          <p:cNvPr id="19" name="text-12-8">
            <a:extLst xmlns:a="http://schemas.openxmlformats.org/drawingml/2006/main">
              <a:ext uri="{FF2B5EF4-FFF2-40B4-BE49-F238E27FC236}">
                <a16:creationId xmlns:a16="http://schemas.microsoft.com/office/drawing/2014/main" id="{F31E038C-E09F-40CA-B1B3-530115696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044" y="1980605"/>
            <a:ext cx="333288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100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100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100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100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100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100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100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100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100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009EE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text-12-9">
            <a:extLst xmlns:a="http://schemas.openxmlformats.org/drawingml/2006/main">
              <a:ext uri="{FF2B5EF4-FFF2-40B4-BE49-F238E27FC236}">
                <a16:creationId xmlns:a16="http://schemas.microsoft.com/office/drawing/2014/main" id="{956C51E1-7D91-42E0-961F-FE4D66EE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5738" y="1659136"/>
            <a:ext cx="125697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rPr>
              <a:t>结构一致性</a:t>
            </a:r>
          </a:p>
        </p:txBody>
      </p:sp>
      <p:sp>
        <p:nvSpPr>
          <p:cNvPr id="21" name="text-12-10">
            <a:extLst xmlns:a="http://schemas.openxmlformats.org/drawingml/2006/main">
              <a:ext uri="{FF2B5EF4-FFF2-40B4-BE49-F238E27FC236}">
                <a16:creationId xmlns:a16="http://schemas.microsoft.com/office/drawing/2014/main" id="{EBFE777E-3A32-497C-97E0-891CCC912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5738" y="2130623"/>
            <a:ext cx="1866414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模块号按柜唯一</a:t>
            </a:r>
          </a:p>
        </p:txBody>
      </p:sp>
      <p:sp>
        <p:nvSpPr>
          <p:cNvPr id="22" name="text-12-11">
            <a:extLst xmlns:a="http://schemas.openxmlformats.org/drawingml/2006/main">
              <a:ext uri="{FF2B5EF4-FFF2-40B4-BE49-F238E27FC236}">
                <a16:creationId xmlns:a16="http://schemas.microsoft.com/office/drawing/2014/main" id="{C4546B76-BC2D-4BDF-93CC-3889A7270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5738" y="2430661"/>
            <a:ext cx="226636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主柜和分柜层级清楚</a:t>
            </a:r>
          </a:p>
        </p:txBody>
      </p:sp>
      <p:sp>
        <p:nvSpPr>
          <p:cNvPr id="23" name="text-12-12">
            <a:extLst xmlns:a="http://schemas.openxmlformats.org/drawingml/2006/main">
              <a:ext uri="{FF2B5EF4-FFF2-40B4-BE49-F238E27FC236}">
                <a16:creationId xmlns:a16="http://schemas.microsoft.com/office/drawing/2014/main" id="{0180C0CA-539C-4DD9-B8D6-496D3C243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61" y="3111698"/>
            <a:ext cx="130458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950" b="0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950" b="0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950" b="0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950" b="0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950" b="0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950" b="0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950" b="0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950" b="0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950" b="0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rPr>
              <a:t>总览与统计</a:t>
            </a:r>
          </a:p>
        </p:txBody>
      </p:sp>
      <p:sp>
        <p:nvSpPr>
          <p:cNvPr id="24" name="text-12-13">
            <a:extLst xmlns:a="http://schemas.openxmlformats.org/drawingml/2006/main">
              <a:ext uri="{FF2B5EF4-FFF2-40B4-BE49-F238E27FC236}">
                <a16:creationId xmlns:a16="http://schemas.microsoft.com/office/drawing/2014/main" id="{ECCB5048-4924-493C-8AE6-5A3F14D72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61" y="3628876"/>
            <a:ext cx="5121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rPr>
              <a:t>项目总览覆盖全部控制柜；柜内总览聚焦当前控制柜。</a:t>
            </a:r>
          </a:p>
        </p:txBody>
      </p:sp>
      <p:sp>
        <p:nvSpPr>
          <p:cNvPr id="25" name="text-12-14">
            <a:extLst xmlns:a="http://schemas.openxmlformats.org/drawingml/2006/main">
              <a:ext uri="{FF2B5EF4-FFF2-40B4-BE49-F238E27FC236}">
                <a16:creationId xmlns:a16="http://schemas.microsoft.com/office/drawing/2014/main" id="{40E781CF-6AC0-4BBC-9E52-CE0DB9844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61" y="3938885"/>
            <a:ext cx="128583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rPr>
              <a:t>模块增多后，柜内模块使用表格逐行查看。</a:t>
            </a:r>
          </a:p>
        </p:txBody>
      </p:sp>
      <p:sp>
        <p:nvSpPr>
          <p:cNvPr id="26" name="text-12-15">
            <a:extLst xmlns:a="http://schemas.openxmlformats.org/drawingml/2006/main">
              <a:ext uri="{FF2B5EF4-FFF2-40B4-BE49-F238E27FC236}">
                <a16:creationId xmlns:a16="http://schemas.microsoft.com/office/drawing/2014/main" id="{59431CB3-13FE-49D8-8084-AEBAAF77C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61" y="4572744"/>
            <a:ext cx="5280683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rPr>
              <a:t>模块按 DI / DO 统计数量及点位已用、空余。</a:t>
            </a:r>
          </a:p>
        </p:txBody>
      </p:sp>
      <p:sp>
        <p:nvSpPr>
          <p:cNvPr id="27" name="text-12-16">
            <a:extLst xmlns:a="http://schemas.openxmlformats.org/drawingml/2006/main">
              <a:ext uri="{FF2B5EF4-FFF2-40B4-BE49-F238E27FC236}">
                <a16:creationId xmlns:a16="http://schemas.microsoft.com/office/drawing/2014/main" id="{2F605B8C-15D2-49CD-867F-592303654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61" y="4882753"/>
            <a:ext cx="666576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8" name="text-12-17">
            <a:extLst xmlns:a="http://schemas.openxmlformats.org/drawingml/2006/main">
              <a:ext uri="{FF2B5EF4-FFF2-40B4-BE49-F238E27FC236}">
                <a16:creationId xmlns:a16="http://schemas.microsoft.com/office/drawing/2014/main" id="{6342B543-F840-49B7-9258-9431EC327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5340" y="3111698"/>
            <a:ext cx="3037684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950" b="0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950" b="0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950" b="0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950" b="0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950" b="0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950" b="0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950" b="0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950" b="0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950" b="0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rPr>
              <a:t>发布与维护</a:t>
            </a:r>
          </a:p>
        </p:txBody>
      </p:sp>
      <p:sp>
        <p:nvSpPr>
          <p:cNvPr id="29" name="text-12-18">
            <a:extLst xmlns:a="http://schemas.openxmlformats.org/drawingml/2006/main">
              <a:ext uri="{FF2B5EF4-FFF2-40B4-BE49-F238E27FC236}">
                <a16:creationId xmlns:a16="http://schemas.microsoft.com/office/drawing/2014/main" id="{FA12FE59-1426-43E3-BE39-1A8F77C9A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5340" y="3628876"/>
            <a:ext cx="666576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5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5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5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5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5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5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5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5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5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rPr>
              <a:t>HTTPS：</a:t>
            </a:r>
          </a:p>
        </p:txBody>
      </p:sp>
      <p:sp>
        <p:nvSpPr>
          <p:cNvPr id="30" name="text-12-19">
            <a:extLst xmlns:a="http://schemas.openxmlformats.org/drawingml/2006/main">
              <a:ext uri="{FF2B5EF4-FFF2-40B4-BE49-F238E27FC236}">
                <a16:creationId xmlns:a16="http://schemas.microsoft.com/office/drawing/2014/main" id="{3215510A-0D8A-487C-AA1D-1BEC473C9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5259" y="3628876"/>
            <a:ext cx="3238996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rPr>
              <a:t>域名访问，证书校验正常。</a:t>
            </a:r>
          </a:p>
        </p:txBody>
      </p:sp>
      <p:sp>
        <p:nvSpPr>
          <p:cNvPr id="31" name="text-12-20">
            <a:extLst xmlns:a="http://schemas.openxmlformats.org/drawingml/2006/main">
              <a:ext uri="{FF2B5EF4-FFF2-40B4-BE49-F238E27FC236}">
                <a16:creationId xmlns:a16="http://schemas.microsoft.com/office/drawing/2014/main" id="{DCD17231-8BEA-4A08-BE92-DA9E2BCDE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5340" y="4072235"/>
            <a:ext cx="666576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5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5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5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5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5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5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5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5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5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rPr>
              <a:t>登录：</a:t>
            </a:r>
          </a:p>
        </p:txBody>
      </p:sp>
      <p:sp>
        <p:nvSpPr>
          <p:cNvPr id="32" name="text-12-21">
            <a:extLst xmlns:a="http://schemas.openxmlformats.org/drawingml/2006/main">
              <a:ext uri="{FF2B5EF4-FFF2-40B4-BE49-F238E27FC236}">
                <a16:creationId xmlns:a16="http://schemas.microsoft.com/office/drawing/2014/main" id="{4969C2CE-B344-4619-8C17-F2E7A903E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5259" y="4072235"/>
            <a:ext cx="315641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83246"/>
                </a:solidFill>
                <a:latin typeface="Microsoft YaHei"/>
                <a:ea typeface="Microsoft YaHei"/>
                <a:cs typeface="Microsoft YaHei"/>
              </a:rPr>
              <a:t>进入基础配置时触发。</a:t>
            </a:r>
          </a:p>
        </p:txBody>
      </p:sp>
      <p:sp>
        <p:nvSpPr>
          <p:cNvPr id="33" name="text-12-22">
            <a:extLst xmlns:a="http://schemas.openxmlformats.org/drawingml/2006/main">
              <a:ext uri="{FF2B5EF4-FFF2-40B4-BE49-F238E27FC236}">
                <a16:creationId xmlns:a16="http://schemas.microsoft.com/office/drawing/2014/main" id="{A6930778-E794-4B68-B72D-A039D8E0D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5340" y="4477494"/>
            <a:ext cx="534377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rPr>
              <a:t>项目、柜子、信号类型均支持拖动排序。</a:t>
            </a:r>
          </a:p>
        </p:txBody>
      </p:sp>
      <p:sp>
        <p:nvSpPr>
          <p:cNvPr id="34" name="text-12-23">
            <a:extLst xmlns:a="http://schemas.openxmlformats.org/drawingml/2006/main">
              <a:ext uri="{FF2B5EF4-FFF2-40B4-BE49-F238E27FC236}">
                <a16:creationId xmlns:a16="http://schemas.microsoft.com/office/drawing/2014/main" id="{7B42AABC-CA74-4E62-ADED-1AFD491B1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5340" y="4763244"/>
            <a:ext cx="828459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5" name="text-12-24">
            <a:extLst xmlns:a="http://schemas.openxmlformats.org/drawingml/2006/main">
              <a:ext uri="{FF2B5EF4-FFF2-40B4-BE49-F238E27FC236}">
                <a16:creationId xmlns:a16="http://schemas.microsoft.com/office/drawing/2014/main" id="{9230E6C6-B214-4D92-8CF8-D4583EFA9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392" y="6348413"/>
            <a:ext cx="2801257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rPr>
              <a:t>现场设备点位管理系统 · 项目开发总结</a:t>
            </a:r>
          </a:p>
        </p:txBody>
      </p:sp>
      <p:sp>
        <p:nvSpPr>
          <p:cNvPr id="36" name="text-12-25">
            <a:extLst xmlns:a="http://schemas.openxmlformats.org/drawingml/2006/main">
              <a:ext uri="{FF2B5EF4-FFF2-40B4-BE49-F238E27FC236}">
                <a16:creationId xmlns:a16="http://schemas.microsoft.com/office/drawing/2014/main" id="{903EF2E9-42D1-4AE3-890A-27741AAD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8262" y="6348413"/>
            <a:ext cx="290139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489325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C86207-21E3-4E02-8673-999C3930C0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4c40b2d0374325"/>
          <a:stretch xmlns:a="http://schemas.openxmlformats.org/drawingml/2006/main"/>
        </p:blipFill>
        <p:spPr>
          <a:xfrm xmlns:a="http://schemas.openxmlformats.org/drawingml/2006/main">
            <a:off x="0" y="79"/>
            <a:ext cx="12188825" cy="609441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869327-4490-48E6-BD80-59E1474932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54a84e1e3f4217"/>
          <a:stretch xmlns:a="http://schemas.openxmlformats.org/drawingml/2006/main"/>
        </p:blipFill>
        <p:spPr>
          <a:xfrm xmlns:a="http://schemas.openxmlformats.org/drawingml/2006/main">
            <a:off x="573308" y="6276975"/>
            <a:ext cx="643618" cy="409575"/>
          </a:xfrm>
          <a:prstGeom xmlns:a="http://schemas.openxmlformats.org/drawingml/2006/main" prst="rect">
            <a:avLst/>
          </a:prstGeom>
        </p:spPr>
      </p:pic>
      <p:sp>
        <p:nvSpPr>
          <p:cNvPr id="3" name="structure-15-0">
            <a:extLst xmlns:a="http://schemas.openxmlformats.org/drawingml/2006/main">
              <a:ext uri="{FF2B5EF4-FFF2-40B4-BE49-F238E27FC236}">
                <a16:creationId xmlns:a16="http://schemas.microsoft.com/office/drawing/2014/main" id="{283F81B4-6EC4-4B7A-A5FA-6BBEB570E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61" y="6172200"/>
            <a:ext cx="11198483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B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14F8BF-D933-4D06-98DC-5AA80B9B1266}"/>
              </a:ext>
            </a:extLst>
          </p:cNvPr>
          <p:cNvGraphicFramePr/>
          <p:nvPr/>
        </p:nvGraphicFramePr>
        <p:xfrm>
          <a:off xmlns:a="http://schemas.openxmlformats.org/drawingml/2006/main" x="533261" y="1340049"/>
          <a:ext xmlns:a="http://schemas.openxmlformats.org/drawingml/2006/main" cx="11122303" cy="4369743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557987"/>
                <a:gridCol w="5004977"/>
                <a:gridCol w="3559339"/>
              </a:tblGrid>
              <a:tr h="531465">
                <a:tc>
                  <a:txBody>
                    <a:bodyPr wrap="square" lIns="133350" tIns="114300" rIns="133350" bIns="1143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7348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验证维度</a:t>
                      </a:r>
                    </a:p>
                  </a:txBody>
                  <a:tcPr marL="133350" marR="133350" marT="85725" marB="85725" anchor="t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114300" rIns="133350" bIns="1143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7348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已实现 / 已完成</a:t>
                      </a:r>
                    </a:p>
                  </a:txBody>
                  <a:tcPr marL="133350" marR="133350" marT="85725" marB="85725" anchor="t"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114300" rIns="133350" bIns="11430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7348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项目价值</a:t>
                      </a:r>
                    </a:p>
                  </a:txBody>
                  <a:tcPr marL="133350" marR="133350" marT="85725" marB="85725" anchor="t"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2418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配置规则</a:t>
                      </a:r>
                    </a:p>
                  </a:txBody>
                  <a:tcPr marL="133350" marR="133350" marT="85725" marB="85725" anchor="t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B w="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DI/DO 筛选；补零、Q→O、Spare 规则</a:t>
                      </a:r>
                    </a:p>
                  </a:txBody>
                  <a:tcPr marL="133350" marR="133350" marT="85725" marB="85725" anchor="t">
                    <a:lnR w="0">
                      <a:noFill/>
                      <a:prstDash val="solid"/>
                    </a:lnR>
                    <a:lnB w="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降低手工拼写和映射错误</a:t>
                      </a:r>
                    </a:p>
                  </a:txBody>
                  <a:tcPr marL="133350" marR="133350" marT="85725" marB="85725" anchor="t">
                    <a:lnR w="0">
                      <a:noFill/>
                      <a:prstDash val="solid"/>
                    </a:lnR>
                    <a:lnB w="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765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数据完整性</a:t>
                      </a:r>
                    </a:p>
                  </a:txBody>
                  <a:tcPr marL="133350" marR="133350" marT="85725" marB="85725" anchor="t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B w="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模块号唯一；整模块保存；访客可增删模块/点位</a:t>
                      </a:r>
                    </a:p>
                  </a:txBody>
                  <a:tcPr marL="133350" marR="133350" marT="85725" marB="85725" anchor="t">
                    <a:lnR w="0">
                      <a:noFill/>
                      <a:prstDash val="solid"/>
                    </a:lnR>
                    <a:lnB w="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简化编辑并避免重复编号</a:t>
                      </a:r>
                    </a:p>
                  </a:txBody>
                  <a:tcPr marL="133350" marR="133350" marT="85725" marB="85725" anchor="t">
                    <a:lnR w="0">
                      <a:noFill/>
                      <a:prstDash val="solid"/>
                    </a:lnR>
                    <a:lnB w="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765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浏览体验</a:t>
                      </a:r>
                    </a:p>
                  </a:txBody>
                  <a:tcPr marL="133350" marR="133350" marT="85725" marB="85725" anchor="t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B w="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响应式导航；点位表横向滚动；模块表格化</a:t>
                      </a:r>
                    </a:p>
                  </a:txBody>
                  <a:tcPr marL="133350" marR="133350" marT="85725" marB="85725" anchor="t">
                    <a:lnR w="0">
                      <a:noFill/>
                      <a:prstDash val="solid"/>
                    </a:lnR>
                    <a:lnB w="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兼顾桌面与窄屏</a:t>
                      </a:r>
                    </a:p>
                  </a:txBody>
                  <a:tcPr marL="133350" marR="133350" marT="85725" marB="85725" anchor="t">
                    <a:lnR w="0">
                      <a:noFill/>
                      <a:prstDash val="solid"/>
                    </a:lnR>
                    <a:lnB w="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765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汇总与导出</a:t>
                      </a:r>
                    </a:p>
                  </a:txBody>
                  <a:tcPr marL="133350" marR="133350" marT="85725" marB="85725" anchor="t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B w="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项目/柜总览分 DI、DO 工作表；模块 CSV</a:t>
                      </a:r>
                    </a:p>
                  </a:txBody>
                  <a:tcPr marL="133350" marR="133350" marT="85725" marB="85725" anchor="t">
                    <a:lnR w="0">
                      <a:noFill/>
                      <a:prstDash val="solid"/>
                    </a:lnR>
                    <a:lnB w="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便于现场核查与配置交付</a:t>
                      </a:r>
                    </a:p>
                  </a:txBody>
                  <a:tcPr marL="133350" marR="133350" marT="85725" marB="85725" anchor="t">
                    <a:lnR w="0">
                      <a:noFill/>
                      <a:prstDash val="solid"/>
                    </a:lnR>
                    <a:lnB w="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765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发布运维</a:t>
                      </a:r>
                    </a:p>
                  </a:txBody>
                  <a:tcPr marL="133350" marR="133350" marT="85725" marB="85725" anchor="t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B w="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VPS HTTPS 地址访问；证书校验正常</a:t>
                      </a:r>
                    </a:p>
                  </a:txBody>
                  <a:tcPr marL="133350" marR="133350" marT="85725" marB="85725" anchor="t">
                    <a:lnR w="0">
                      <a:noFill/>
                      <a:prstDash val="solid"/>
                    </a:lnR>
                    <a:lnB w="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832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支持正式环境使用</a:t>
                      </a:r>
                    </a:p>
                  </a:txBody>
                  <a:tcPr marL="133350" marR="133350" marT="85725" marB="85725" anchor="t">
                    <a:lnR w="0">
                      <a:noFill/>
                      <a:prstDash val="solid"/>
                    </a:lnR>
                    <a:lnB w="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able-0-row-0-rule">
            <a:extLst xmlns:a="http://schemas.openxmlformats.org/drawingml/2006/main">
              <a:ext uri="{FF2B5EF4-FFF2-40B4-BE49-F238E27FC236}">
                <a16:creationId xmlns:a16="http://schemas.microsoft.com/office/drawing/2014/main" id="{F922F239-21CC-421D-858F-7214FD6CE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61" y="1885801"/>
            <a:ext cx="1112230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EE3"/>
          </a:solidFill>
          <a:ln xmlns:a="http://schemas.openxmlformats.org/drawingml/2006/main" w="0">
            <a:noFill/>
          </a:ln>
        </p:spPr>
      </p:sp>
      <p:sp>
        <p:nvSpPr>
          <p:cNvPr id="6" name="table-0-row-1-rule">
            <a:extLst xmlns:a="http://schemas.openxmlformats.org/drawingml/2006/main">
              <a:ext uri="{FF2B5EF4-FFF2-40B4-BE49-F238E27FC236}">
                <a16:creationId xmlns:a16="http://schemas.microsoft.com/office/drawing/2014/main" id="{1D03206C-2921-4055-B541-5E49CFA4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61" y="2658219"/>
            <a:ext cx="11122303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B"/>
          </a:solidFill>
          <a:ln xmlns:a="http://schemas.openxmlformats.org/drawingml/2006/main" w="0">
            <a:noFill/>
          </a:ln>
        </p:spPr>
      </p:sp>
      <p:sp>
        <p:nvSpPr>
          <p:cNvPr id="7" name="table-0-row-2-rule">
            <a:extLst xmlns:a="http://schemas.openxmlformats.org/drawingml/2006/main">
              <a:ext uri="{FF2B5EF4-FFF2-40B4-BE49-F238E27FC236}">
                <a16:creationId xmlns:a16="http://schemas.microsoft.com/office/drawing/2014/main" id="{BFC07AE1-B9BA-4AEE-BC26-A752A54C3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61" y="3425875"/>
            <a:ext cx="11122303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B"/>
          </a:solidFill>
          <a:ln xmlns:a="http://schemas.openxmlformats.org/drawingml/2006/main" w="0">
            <a:noFill/>
          </a:ln>
        </p:spPr>
      </p:sp>
      <p:sp>
        <p:nvSpPr>
          <p:cNvPr id="8" name="table-0-row-3-rule">
            <a:extLst xmlns:a="http://schemas.openxmlformats.org/drawingml/2006/main">
              <a:ext uri="{FF2B5EF4-FFF2-40B4-BE49-F238E27FC236}">
                <a16:creationId xmlns:a16="http://schemas.microsoft.com/office/drawing/2014/main" id="{BA0EE467-4CC8-466D-889A-68AF5FFA6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61" y="4193530"/>
            <a:ext cx="11122303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B"/>
          </a:solidFill>
          <a:ln xmlns:a="http://schemas.openxmlformats.org/drawingml/2006/main" w="0">
            <a:noFill/>
          </a:ln>
        </p:spPr>
      </p:sp>
      <p:sp>
        <p:nvSpPr>
          <p:cNvPr id="9" name="table-0-row-4-rule">
            <a:extLst xmlns:a="http://schemas.openxmlformats.org/drawingml/2006/main">
              <a:ext uri="{FF2B5EF4-FFF2-40B4-BE49-F238E27FC236}">
                <a16:creationId xmlns:a16="http://schemas.microsoft.com/office/drawing/2014/main" id="{E2565D25-21F9-4B97-9D7C-B29F9835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61" y="4961186"/>
            <a:ext cx="11122303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B"/>
          </a:solidFill>
          <a:ln xmlns:a="http://schemas.openxmlformats.org/drawingml/2006/main" w="0">
            <a:noFill/>
          </a:ln>
        </p:spPr>
      </p:sp>
      <p:sp>
        <p:nvSpPr>
          <p:cNvPr id="10" name="table-0-row-5-rule">
            <a:extLst xmlns:a="http://schemas.openxmlformats.org/drawingml/2006/main">
              <a:ext uri="{FF2B5EF4-FFF2-40B4-BE49-F238E27FC236}">
                <a16:creationId xmlns:a16="http://schemas.microsoft.com/office/drawing/2014/main" id="{53E5F38A-F1EF-48B9-898D-1DC5577B5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61" y="5728841"/>
            <a:ext cx="11122303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B"/>
          </a:solidFill>
          <a:ln xmlns:a="http://schemas.openxmlformats.org/drawingml/2006/main" w="0">
            <a:noFill/>
          </a:ln>
        </p:spPr>
      </p:sp>
      <p:sp>
        <p:nvSpPr>
          <p:cNvPr id="11" name="text-15-0">
            <a:extLst xmlns:a="http://schemas.openxmlformats.org/drawingml/2006/main">
              <a:ext uri="{FF2B5EF4-FFF2-40B4-BE49-F238E27FC236}">
                <a16:creationId xmlns:a16="http://schemas.microsoft.com/office/drawing/2014/main" id="{79597084-1D52-4AEA-A3F7-53182D0F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61" y="790575"/>
            <a:ext cx="4923143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7348B"/>
                </a:solidFill>
                <a:latin typeface="Microsoft YaHei"/>
                <a:ea typeface="Microsoft YaHei"/>
                <a:cs typeface="Microsoft YaHei"/>
              </a:rPr>
              <a:t>交付验证：功能、数据与线上访问</a:t>
            </a:r>
          </a:p>
        </p:txBody>
      </p:sp>
      <p:sp>
        <p:nvSpPr>
          <p:cNvPr id="12" name="text-15-1">
            <a:extLst xmlns:a="http://schemas.openxmlformats.org/drawingml/2006/main">
              <a:ext uri="{FF2B5EF4-FFF2-40B4-BE49-F238E27FC236}">
                <a16:creationId xmlns:a16="http://schemas.microsoft.com/office/drawing/2014/main" id="{4F88ACB1-5E61-47BE-B447-211DDF19C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392" y="6348413"/>
            <a:ext cx="2801257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rPr>
              <a:t>现场设备点位管理系统 · 项目开发总结</a:t>
            </a:r>
          </a:p>
        </p:txBody>
      </p:sp>
      <p:sp>
        <p:nvSpPr>
          <p:cNvPr id="13" name="text-15-2">
            <a:extLst xmlns:a="http://schemas.openxmlformats.org/drawingml/2006/main">
              <a:ext uri="{FF2B5EF4-FFF2-40B4-BE49-F238E27FC236}">
                <a16:creationId xmlns:a16="http://schemas.microsoft.com/office/drawing/2014/main" id="{1911087A-53C8-40BA-85B8-8D036A128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8262" y="6348413"/>
            <a:ext cx="290139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07089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5855639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2026-10-21T08:53:03.4520000Z</dcterms:created>
  <dcterms:modified xsi:type="dcterms:W3CDTF">2026-10-21T08:53:03.4520000Z</dcterms:modified>
</coreProperties>
</file>